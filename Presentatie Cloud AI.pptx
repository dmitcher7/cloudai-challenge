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73" r:id="rId2"/>
    <p:sldId id="256" r:id="rId3"/>
    <p:sldId id="258" r:id="rId4"/>
    <p:sldId id="274" r:id="rId5"/>
    <p:sldId id="275" r:id="rId6"/>
    <p:sldId id="288" r:id="rId7"/>
    <p:sldId id="270" r:id="rId8"/>
    <p:sldId id="260" r:id="rId9"/>
    <p:sldId id="267" r:id="rId10"/>
    <p:sldId id="277" r:id="rId11"/>
    <p:sldId id="265" r:id="rId12"/>
    <p:sldId id="269" r:id="rId13"/>
    <p:sldId id="291" r:id="rId14"/>
    <p:sldId id="289" r:id="rId15"/>
    <p:sldId id="286" r:id="rId16"/>
    <p:sldId id="280" r:id="rId17"/>
    <p:sldId id="281" r:id="rId18"/>
    <p:sldId id="283" r:id="rId19"/>
    <p:sldId id="292" r:id="rId20"/>
    <p:sldId id="284" r:id="rId21"/>
    <p:sldId id="285" r:id="rId22"/>
    <p:sldId id="290" r:id="rId23"/>
    <p:sldId id="293" r:id="rId24"/>
    <p:sldId id="264" r:id="rId25"/>
    <p:sldId id="28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39B000-D9BF-4467-9D4A-D0597888EC5D}" v="90" dt="2026-10-14T20:11:18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2" autoAdjust="0"/>
    <p:restoredTop sz="80038" autoAdjust="0"/>
  </p:normalViewPr>
  <p:slideViewPr>
    <p:cSldViewPr snapToGrid="0">
      <p:cViewPr varScale="1">
        <p:scale>
          <a:sx n="76" d="100"/>
          <a:sy n="76" d="100"/>
        </p:scale>
        <p:origin x="11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mitrij Tchervonisjenko" userId="S::r1058442@student.thomasmore.be::0d35f27d-0d90-48cf-8461-2ca19c47f0a7" providerId="AD" clId="Web-{3D123F28-4A49-EA65-2FC7-3DEAFC99A1A0}"/>
    <pc:docChg chg="addSld delSld modSld sldOrd">
      <pc:chgData name="Dmitrij Tchervonisjenko" userId="S::r1058442@student.thomasmore.be::0d35f27d-0d90-48cf-8461-2ca19c47f0a7" providerId="AD" clId="Web-{3D123F28-4A49-EA65-2FC7-3DEAFC99A1A0}" dt="2026-10-09T11:30:12.971" v="304" actId="20577"/>
      <pc:docMkLst>
        <pc:docMk/>
      </pc:docMkLst>
      <pc:sldChg chg="addSp delSp modSp">
        <pc:chgData name="Dmitrij Tchervonisjenko" userId="S::r1058442@student.thomasmore.be::0d35f27d-0d90-48cf-8461-2ca19c47f0a7" providerId="AD" clId="Web-{3D123F28-4A49-EA65-2FC7-3DEAFC99A1A0}" dt="2026-10-09T10:36:43.067" v="100" actId="1076"/>
        <pc:sldMkLst>
          <pc:docMk/>
          <pc:sldMk cId="654473899" sldId="258"/>
        </pc:sldMkLst>
        <pc:spChg chg="mod">
          <ac:chgData name="Dmitrij Tchervonisjenko" userId="S::r1058442@student.thomasmore.be::0d35f27d-0d90-48cf-8461-2ca19c47f0a7" providerId="AD" clId="Web-{3D123F28-4A49-EA65-2FC7-3DEAFC99A1A0}" dt="2026-10-09T10:35:59.644" v="88" actId="20577"/>
          <ac:spMkLst>
            <pc:docMk/>
            <pc:sldMk cId="654473899" sldId="258"/>
            <ac:spMk id="2" creationId="{FF4B685E-3BA8-5751-B7E9-C380BFB2D0A3}"/>
          </ac:spMkLst>
        </pc:spChg>
        <pc:picChg chg="add mod">
          <ac:chgData name="Dmitrij Tchervonisjenko" userId="S::r1058442@student.thomasmore.be::0d35f27d-0d90-48cf-8461-2ca19c47f0a7" providerId="AD" clId="Web-{3D123F28-4A49-EA65-2FC7-3DEAFC99A1A0}" dt="2026-10-09T10:36:43.067" v="100" actId="1076"/>
          <ac:picMkLst>
            <pc:docMk/>
            <pc:sldMk cId="654473899" sldId="258"/>
            <ac:picMk id="4" creationId="{50867963-6D66-FAEB-932E-0B1D20734414}"/>
          </ac:picMkLst>
        </pc:picChg>
      </pc:sldChg>
      <pc:sldChg chg="addSp delSp modSp ord">
        <pc:chgData name="Dmitrij Tchervonisjenko" userId="S::r1058442@student.thomasmore.be::0d35f27d-0d90-48cf-8461-2ca19c47f0a7" providerId="AD" clId="Web-{3D123F28-4A49-EA65-2FC7-3DEAFC99A1A0}" dt="2026-10-09T10:40:15.870" v="186" actId="20577"/>
        <pc:sldMkLst>
          <pc:docMk/>
          <pc:sldMk cId="3249747993" sldId="260"/>
        </pc:sldMkLst>
        <pc:spChg chg="add mod">
          <ac:chgData name="Dmitrij Tchervonisjenko" userId="S::r1058442@student.thomasmore.be::0d35f27d-0d90-48cf-8461-2ca19c47f0a7" providerId="AD" clId="Web-{3D123F28-4A49-EA65-2FC7-3DEAFC99A1A0}" dt="2026-10-09T10:40:11.589" v="184" actId="20577"/>
          <ac:spMkLst>
            <pc:docMk/>
            <pc:sldMk cId="3249747993" sldId="260"/>
            <ac:spMk id="12" creationId="{C837C5C6-D50B-D484-8B6B-6335794223DF}"/>
          </ac:spMkLst>
        </pc:spChg>
        <pc:picChg chg="add mod">
          <ac:chgData name="Dmitrij Tchervonisjenko" userId="S::r1058442@student.thomasmore.be::0d35f27d-0d90-48cf-8461-2ca19c47f0a7" providerId="AD" clId="Web-{3D123F28-4A49-EA65-2FC7-3DEAFC99A1A0}" dt="2026-10-09T10:39:57.463" v="177" actId="1076"/>
          <ac:picMkLst>
            <pc:docMk/>
            <pc:sldMk cId="3249747993" sldId="260"/>
            <ac:picMk id="14" creationId="{23A2B032-1DF4-4BF5-0A55-F672A16A0992}"/>
          </ac:picMkLst>
        </pc:picChg>
      </pc:sldChg>
      <pc:sldChg chg="addSp modSp">
        <pc:chgData name="Dmitrij Tchervonisjenko" userId="S::r1058442@student.thomasmore.be::0d35f27d-0d90-48cf-8461-2ca19c47f0a7" providerId="AD" clId="Web-{3D123F28-4A49-EA65-2FC7-3DEAFC99A1A0}" dt="2026-10-09T10:44:27.612" v="225" actId="1076"/>
        <pc:sldMkLst>
          <pc:docMk/>
          <pc:sldMk cId="2586976309" sldId="264"/>
        </pc:sldMkLst>
        <pc:spChg chg="mod">
          <ac:chgData name="Dmitrij Tchervonisjenko" userId="S::r1058442@student.thomasmore.be::0d35f27d-0d90-48cf-8461-2ca19c47f0a7" providerId="AD" clId="Web-{3D123F28-4A49-EA65-2FC7-3DEAFC99A1A0}" dt="2026-10-09T10:42:50.515" v="212" actId="20577"/>
          <ac:spMkLst>
            <pc:docMk/>
            <pc:sldMk cId="2586976309" sldId="264"/>
            <ac:spMk id="2" creationId="{FFF501E7-51BF-7BCB-2EF4-5823731AACC6}"/>
          </ac:spMkLst>
        </pc:spChg>
        <pc:picChg chg="add mod">
          <ac:chgData name="Dmitrij Tchervonisjenko" userId="S::r1058442@student.thomasmore.be::0d35f27d-0d90-48cf-8461-2ca19c47f0a7" providerId="AD" clId="Web-{3D123F28-4A49-EA65-2FC7-3DEAFC99A1A0}" dt="2026-10-09T10:44:19.096" v="222" actId="1076"/>
          <ac:picMkLst>
            <pc:docMk/>
            <pc:sldMk cId="2586976309" sldId="264"/>
            <ac:picMk id="7" creationId="{D87078AE-3C03-A999-4844-AC7B2798E644}"/>
          </ac:picMkLst>
        </pc:picChg>
        <pc:picChg chg="add mod">
          <ac:chgData name="Dmitrij Tchervonisjenko" userId="S::r1058442@student.thomasmore.be::0d35f27d-0d90-48cf-8461-2ca19c47f0a7" providerId="AD" clId="Web-{3D123F28-4A49-EA65-2FC7-3DEAFC99A1A0}" dt="2026-10-09T10:44:27.612" v="225" actId="1076"/>
          <ac:picMkLst>
            <pc:docMk/>
            <pc:sldMk cId="2586976309" sldId="264"/>
            <ac:picMk id="8" creationId="{2AD8037C-487F-6BB5-2378-85C7AAC7E6AF}"/>
          </ac:picMkLst>
        </pc:picChg>
      </pc:sldChg>
      <pc:sldChg chg="addSp modSp">
        <pc:chgData name="Dmitrij Tchervonisjenko" userId="S::r1058442@student.thomasmore.be::0d35f27d-0d90-48cf-8461-2ca19c47f0a7" providerId="AD" clId="Web-{3D123F28-4A49-EA65-2FC7-3DEAFC99A1A0}" dt="2026-10-09T10:42:01.233" v="204" actId="1076"/>
        <pc:sldMkLst>
          <pc:docMk/>
          <pc:sldMk cId="529173759" sldId="265"/>
        </pc:sldMkLst>
        <pc:picChg chg="add mod">
          <ac:chgData name="Dmitrij Tchervonisjenko" userId="S::r1058442@student.thomasmore.be::0d35f27d-0d90-48cf-8461-2ca19c47f0a7" providerId="AD" clId="Web-{3D123F28-4A49-EA65-2FC7-3DEAFC99A1A0}" dt="2026-10-09T10:42:01.233" v="204" actId="1076"/>
          <ac:picMkLst>
            <pc:docMk/>
            <pc:sldMk cId="529173759" sldId="265"/>
            <ac:picMk id="5" creationId="{2CBF6AEC-6F2B-38F4-12CF-BF62E1651C96}"/>
          </ac:picMkLst>
        </pc:picChg>
      </pc:sldChg>
      <pc:sldChg chg="addSp delSp modSp ord">
        <pc:chgData name="Dmitrij Tchervonisjenko" userId="S::r1058442@student.thomasmore.be::0d35f27d-0d90-48cf-8461-2ca19c47f0a7" providerId="AD" clId="Web-{3D123F28-4A49-EA65-2FC7-3DEAFC99A1A0}" dt="2026-10-09T10:41:01.434" v="193" actId="20577"/>
        <pc:sldMkLst>
          <pc:docMk/>
          <pc:sldMk cId="4010030820" sldId="267"/>
        </pc:sldMkLst>
        <pc:spChg chg="add mod">
          <ac:chgData name="Dmitrij Tchervonisjenko" userId="S::r1058442@student.thomasmore.be::0d35f27d-0d90-48cf-8461-2ca19c47f0a7" providerId="AD" clId="Web-{3D123F28-4A49-EA65-2FC7-3DEAFC99A1A0}" dt="2026-10-09T10:41:01.434" v="193" actId="20577"/>
          <ac:spMkLst>
            <pc:docMk/>
            <pc:sldMk cId="4010030820" sldId="267"/>
            <ac:spMk id="7" creationId="{1335C75B-D919-C7A6-154F-FE5F9D8AA40F}"/>
          </ac:spMkLst>
        </pc:spChg>
        <pc:picChg chg="add">
          <ac:chgData name="Dmitrij Tchervonisjenko" userId="S::r1058442@student.thomasmore.be::0d35f27d-0d90-48cf-8461-2ca19c47f0a7" providerId="AD" clId="Web-{3D123F28-4A49-EA65-2FC7-3DEAFC99A1A0}" dt="2026-10-09T10:40:54.246" v="192"/>
          <ac:picMkLst>
            <pc:docMk/>
            <pc:sldMk cId="4010030820" sldId="267"/>
            <ac:picMk id="9" creationId="{A70F2CE0-3E24-F929-D1F9-391AD98F5BD5}"/>
          </ac:picMkLst>
        </pc:picChg>
      </pc:sldChg>
      <pc:sldChg chg="addSp modSp">
        <pc:chgData name="Dmitrij Tchervonisjenko" userId="S::r1058442@student.thomasmore.be::0d35f27d-0d90-48cf-8461-2ca19c47f0a7" providerId="AD" clId="Web-{3D123F28-4A49-EA65-2FC7-3DEAFC99A1A0}" dt="2026-10-09T10:42:20.092" v="206" actId="1076"/>
        <pc:sldMkLst>
          <pc:docMk/>
          <pc:sldMk cId="3019741855" sldId="269"/>
        </pc:sldMkLst>
        <pc:picChg chg="add mod">
          <ac:chgData name="Dmitrij Tchervonisjenko" userId="S::r1058442@student.thomasmore.be::0d35f27d-0d90-48cf-8461-2ca19c47f0a7" providerId="AD" clId="Web-{3D123F28-4A49-EA65-2FC7-3DEAFC99A1A0}" dt="2026-10-09T10:42:20.092" v="206" actId="1076"/>
          <ac:picMkLst>
            <pc:docMk/>
            <pc:sldMk cId="3019741855" sldId="269"/>
            <ac:picMk id="5" creationId="{0B725842-DD69-4679-57F7-59A4B2C4882B}"/>
          </ac:picMkLst>
        </pc:picChg>
      </pc:sldChg>
      <pc:sldChg chg="addSp modSp ord">
        <pc:chgData name="Dmitrij Tchervonisjenko" userId="S::r1058442@student.thomasmore.be::0d35f27d-0d90-48cf-8461-2ca19c47f0a7" providerId="AD" clId="Web-{3D123F28-4A49-EA65-2FC7-3DEAFC99A1A0}" dt="2026-10-09T10:38:57.040" v="165" actId="1076"/>
        <pc:sldMkLst>
          <pc:docMk/>
          <pc:sldMk cId="829552726" sldId="270"/>
        </pc:sldMkLst>
        <pc:picChg chg="add mod">
          <ac:chgData name="Dmitrij Tchervonisjenko" userId="S::r1058442@student.thomasmore.be::0d35f27d-0d90-48cf-8461-2ca19c47f0a7" providerId="AD" clId="Web-{3D123F28-4A49-EA65-2FC7-3DEAFC99A1A0}" dt="2026-10-09T10:38:57.040" v="165" actId="1076"/>
          <ac:picMkLst>
            <pc:docMk/>
            <pc:sldMk cId="829552726" sldId="270"/>
            <ac:picMk id="7" creationId="{B2875EBC-19B5-28F1-8124-97F8ADB86417}"/>
          </ac:picMkLst>
        </pc:picChg>
      </pc:sldChg>
      <pc:sldChg chg="modSp">
        <pc:chgData name="Dmitrij Tchervonisjenko" userId="S::r1058442@student.thomasmore.be::0d35f27d-0d90-48cf-8461-2ca19c47f0a7" providerId="AD" clId="Web-{3D123F28-4A49-EA65-2FC7-3DEAFC99A1A0}" dt="2026-10-09T10:30:48.541" v="33" actId="20577"/>
        <pc:sldMkLst>
          <pc:docMk/>
          <pc:sldMk cId="2000137539" sldId="273"/>
        </pc:sldMkLst>
        <pc:spChg chg="mod">
          <ac:chgData name="Dmitrij Tchervonisjenko" userId="S::r1058442@student.thomasmore.be::0d35f27d-0d90-48cf-8461-2ca19c47f0a7" providerId="AD" clId="Web-{3D123F28-4A49-EA65-2FC7-3DEAFC99A1A0}" dt="2026-10-09T10:30:48.541" v="33" actId="20577"/>
          <ac:spMkLst>
            <pc:docMk/>
            <pc:sldMk cId="2000137539" sldId="273"/>
            <ac:spMk id="5" creationId="{2B1C3FE0-5895-8884-2D5A-EA445C365F76}"/>
          </ac:spMkLst>
        </pc:spChg>
      </pc:sldChg>
      <pc:sldChg chg="addSp delSp modSp">
        <pc:chgData name="Dmitrij Tchervonisjenko" userId="S::r1058442@student.thomasmore.be::0d35f27d-0d90-48cf-8461-2ca19c47f0a7" providerId="AD" clId="Web-{3D123F28-4A49-EA65-2FC7-3DEAFC99A1A0}" dt="2026-10-09T10:37:26.631" v="121" actId="20577"/>
        <pc:sldMkLst>
          <pc:docMk/>
          <pc:sldMk cId="3952573604" sldId="274"/>
        </pc:sldMkLst>
        <pc:spChg chg="add mod">
          <ac:chgData name="Dmitrij Tchervonisjenko" userId="S::r1058442@student.thomasmore.be::0d35f27d-0d90-48cf-8461-2ca19c47f0a7" providerId="AD" clId="Web-{3D123F28-4A49-EA65-2FC7-3DEAFC99A1A0}" dt="2026-10-09T10:37:26.631" v="121" actId="20577"/>
          <ac:spMkLst>
            <pc:docMk/>
            <pc:sldMk cId="3952573604" sldId="274"/>
            <ac:spMk id="10" creationId="{C80610DB-7C6B-790E-92AA-56659F4064E6}"/>
          </ac:spMkLst>
        </pc:spChg>
        <pc:picChg chg="add">
          <ac:chgData name="Dmitrij Tchervonisjenko" userId="S::r1058442@student.thomasmore.be::0d35f27d-0d90-48cf-8461-2ca19c47f0a7" providerId="AD" clId="Web-{3D123F28-4A49-EA65-2FC7-3DEAFC99A1A0}" dt="2026-10-09T10:36:59.724" v="105"/>
          <ac:picMkLst>
            <pc:docMk/>
            <pc:sldMk cId="3952573604" sldId="274"/>
            <ac:picMk id="12" creationId="{808B04CF-459E-309D-D09A-7A7259F7D638}"/>
          </ac:picMkLst>
        </pc:picChg>
      </pc:sldChg>
      <pc:sldChg chg="addSp delSp modSp">
        <pc:chgData name="Dmitrij Tchervonisjenko" userId="S::r1058442@student.thomasmore.be::0d35f27d-0d90-48cf-8461-2ca19c47f0a7" providerId="AD" clId="Web-{3D123F28-4A49-EA65-2FC7-3DEAFC99A1A0}" dt="2026-10-09T10:38:04.632" v="140" actId="20577"/>
        <pc:sldMkLst>
          <pc:docMk/>
          <pc:sldMk cId="3938891634" sldId="275"/>
        </pc:sldMkLst>
        <pc:spChg chg="add mod">
          <ac:chgData name="Dmitrij Tchervonisjenko" userId="S::r1058442@student.thomasmore.be::0d35f27d-0d90-48cf-8461-2ca19c47f0a7" providerId="AD" clId="Web-{3D123F28-4A49-EA65-2FC7-3DEAFC99A1A0}" dt="2026-10-09T10:38:04.632" v="140" actId="20577"/>
          <ac:spMkLst>
            <pc:docMk/>
            <pc:sldMk cId="3938891634" sldId="275"/>
            <ac:spMk id="10" creationId="{7E33D291-2E68-CE91-E41D-C0EB42D6B72D}"/>
          </ac:spMkLst>
        </pc:spChg>
        <pc:picChg chg="add">
          <ac:chgData name="Dmitrij Tchervonisjenko" userId="S::r1058442@student.thomasmore.be::0d35f27d-0d90-48cf-8461-2ca19c47f0a7" providerId="AD" clId="Web-{3D123F28-4A49-EA65-2FC7-3DEAFC99A1A0}" dt="2026-10-09T10:37:44.022" v="131"/>
          <ac:picMkLst>
            <pc:docMk/>
            <pc:sldMk cId="3938891634" sldId="275"/>
            <ac:picMk id="12" creationId="{518FD293-377D-CDBE-4DA9-1AEEC52E78C7}"/>
          </ac:picMkLst>
        </pc:picChg>
      </pc:sldChg>
      <pc:sldChg chg="addSp delSp modSp">
        <pc:chgData name="Dmitrij Tchervonisjenko" userId="S::r1058442@student.thomasmore.be::0d35f27d-0d90-48cf-8461-2ca19c47f0a7" providerId="AD" clId="Web-{3D123F28-4A49-EA65-2FC7-3DEAFC99A1A0}" dt="2026-10-09T10:41:42.138" v="202" actId="20577"/>
        <pc:sldMkLst>
          <pc:docMk/>
          <pc:sldMk cId="2299036286" sldId="277"/>
        </pc:sldMkLst>
        <pc:spChg chg="add mod">
          <ac:chgData name="Dmitrij Tchervonisjenko" userId="S::r1058442@student.thomasmore.be::0d35f27d-0d90-48cf-8461-2ca19c47f0a7" providerId="AD" clId="Web-{3D123F28-4A49-EA65-2FC7-3DEAFC99A1A0}" dt="2026-10-09T10:41:42.138" v="202" actId="20577"/>
          <ac:spMkLst>
            <pc:docMk/>
            <pc:sldMk cId="2299036286" sldId="277"/>
            <ac:spMk id="7" creationId="{7D558D0E-A2DD-7D4D-3954-6A40B4C51881}"/>
          </ac:spMkLst>
        </pc:spChg>
        <pc:picChg chg="add">
          <ac:chgData name="Dmitrij Tchervonisjenko" userId="S::r1058442@student.thomasmore.be::0d35f27d-0d90-48cf-8461-2ca19c47f0a7" providerId="AD" clId="Web-{3D123F28-4A49-EA65-2FC7-3DEAFC99A1A0}" dt="2026-10-09T10:41:37.654" v="201"/>
          <ac:picMkLst>
            <pc:docMk/>
            <pc:sldMk cId="2299036286" sldId="277"/>
            <ac:picMk id="9" creationId="{EB346EB4-8900-461D-4D62-0B70EA2EDB69}"/>
          </ac:picMkLst>
        </pc:picChg>
      </pc:sldChg>
      <pc:sldChg chg="addSp delSp modSp add ord replId">
        <pc:chgData name="Dmitrij Tchervonisjenko" userId="S::r1058442@student.thomasmore.be::0d35f27d-0d90-48cf-8461-2ca19c47f0a7" providerId="AD" clId="Web-{3D123F28-4A49-EA65-2FC7-3DEAFC99A1A0}" dt="2026-10-09T11:23:16.756" v="255" actId="20577"/>
        <pc:sldMkLst>
          <pc:docMk/>
          <pc:sldMk cId="3950524141" sldId="280"/>
        </pc:sldMkLst>
        <pc:spChg chg="mod">
          <ac:chgData name="Dmitrij Tchervonisjenko" userId="S::r1058442@student.thomasmore.be::0d35f27d-0d90-48cf-8461-2ca19c47f0a7" providerId="AD" clId="Web-{3D123F28-4A49-EA65-2FC7-3DEAFC99A1A0}" dt="2026-10-09T11:21:34.691" v="253" actId="20577"/>
          <ac:spMkLst>
            <pc:docMk/>
            <pc:sldMk cId="3950524141" sldId="280"/>
            <ac:spMk id="10" creationId="{96B4BA2D-78C0-3601-8159-CBB50BC9BB6A}"/>
          </ac:spMkLst>
        </pc:spChg>
        <pc:picChg chg="add">
          <ac:chgData name="Dmitrij Tchervonisjenko" userId="S::r1058442@student.thomasmore.be::0d35f27d-0d90-48cf-8461-2ca19c47f0a7" providerId="AD" clId="Web-{3D123F28-4A49-EA65-2FC7-3DEAFC99A1A0}" dt="2026-10-09T10:59:13.059" v="240"/>
          <ac:picMkLst>
            <pc:docMk/>
            <pc:sldMk cId="3950524141" sldId="280"/>
            <ac:picMk id="3" creationId="{351EF1A5-57C4-7F36-0BB8-94037B4C4FF1}"/>
          </ac:picMkLst>
        </pc:picChg>
      </pc:sldChg>
      <pc:sldChg chg="addSp modSp add replId">
        <pc:chgData name="Dmitrij Tchervonisjenko" userId="S::r1058442@student.thomasmore.be::0d35f27d-0d90-48cf-8461-2ca19c47f0a7" providerId="AD" clId="Web-{3D123F28-4A49-EA65-2FC7-3DEAFC99A1A0}" dt="2026-10-09T11:23:43.335" v="257" actId="20577"/>
        <pc:sldMkLst>
          <pc:docMk/>
          <pc:sldMk cId="4166465047" sldId="281"/>
        </pc:sldMkLst>
        <pc:spChg chg="mod">
          <ac:chgData name="Dmitrij Tchervonisjenko" userId="S::r1058442@student.thomasmore.be::0d35f27d-0d90-48cf-8461-2ca19c47f0a7" providerId="AD" clId="Web-{3D123F28-4A49-EA65-2FC7-3DEAFC99A1A0}" dt="2026-10-09T11:05:15.179" v="244" actId="20577"/>
          <ac:spMkLst>
            <pc:docMk/>
            <pc:sldMk cId="4166465047" sldId="281"/>
            <ac:spMk id="10" creationId="{3A544B45-3D66-6525-EF5D-AA4A64B6B8F0}"/>
          </ac:spMkLst>
        </pc:spChg>
      </pc:sldChg>
      <pc:sldChg chg="addSp delSp modSp add ord replId modNotes">
        <pc:chgData name="Dmitrij Tchervonisjenko" userId="S::r1058442@student.thomasmore.be::0d35f27d-0d90-48cf-8461-2ca19c47f0a7" providerId="AD" clId="Web-{3D123F28-4A49-EA65-2FC7-3DEAFC99A1A0}" dt="2026-10-09T11:28:26.093" v="288"/>
        <pc:sldMkLst>
          <pc:docMk/>
          <pc:sldMk cId="2117885770" sldId="283"/>
        </pc:sldMkLst>
        <pc:picChg chg="add mod">
          <ac:chgData name="Dmitrij Tchervonisjenko" userId="S::r1058442@student.thomasmore.be::0d35f27d-0d90-48cf-8461-2ca19c47f0a7" providerId="AD" clId="Web-{3D123F28-4A49-EA65-2FC7-3DEAFC99A1A0}" dt="2026-10-09T11:26:38.950" v="269" actId="1076"/>
          <ac:picMkLst>
            <pc:docMk/>
            <pc:sldMk cId="2117885770" sldId="283"/>
            <ac:picMk id="10" creationId="{7BAF81C1-C7F3-7A35-4C16-9BABBCC670FB}"/>
          </ac:picMkLst>
        </pc:picChg>
      </pc:sldChg>
      <pc:sldChg chg="modSp add ord replId">
        <pc:chgData name="Dmitrij Tchervonisjenko" userId="S::r1058442@student.thomasmore.be::0d35f27d-0d90-48cf-8461-2ca19c47f0a7" providerId="AD" clId="Web-{3D123F28-4A49-EA65-2FC7-3DEAFC99A1A0}" dt="2026-10-09T11:29:51.736" v="302" actId="20577"/>
        <pc:sldMkLst>
          <pc:docMk/>
          <pc:sldMk cId="114862852" sldId="284"/>
        </pc:sldMkLst>
        <pc:spChg chg="mod">
          <ac:chgData name="Dmitrij Tchervonisjenko" userId="S::r1058442@student.thomasmore.be::0d35f27d-0d90-48cf-8461-2ca19c47f0a7" providerId="AD" clId="Web-{3D123F28-4A49-EA65-2FC7-3DEAFC99A1A0}" dt="2026-10-09T11:29:11.001" v="296" actId="20577"/>
          <ac:spMkLst>
            <pc:docMk/>
            <pc:sldMk cId="114862852" sldId="284"/>
            <ac:spMk id="10" creationId="{3429333D-C4E9-1F95-510E-03ED1FD72CE8}"/>
          </ac:spMkLst>
        </pc:spChg>
      </pc:sldChg>
      <pc:sldChg chg="modSp add replId">
        <pc:chgData name="Dmitrij Tchervonisjenko" userId="S::r1058442@student.thomasmore.be::0d35f27d-0d90-48cf-8461-2ca19c47f0a7" providerId="AD" clId="Web-{3D123F28-4A49-EA65-2FC7-3DEAFC99A1A0}" dt="2026-10-09T11:30:12.971" v="304" actId="20577"/>
        <pc:sldMkLst>
          <pc:docMk/>
          <pc:sldMk cId="1583453265" sldId="285"/>
        </pc:sldMkLst>
        <pc:spChg chg="mod">
          <ac:chgData name="Dmitrij Tchervonisjenko" userId="S::r1058442@student.thomasmore.be::0d35f27d-0d90-48cf-8461-2ca19c47f0a7" providerId="AD" clId="Web-{3D123F28-4A49-EA65-2FC7-3DEAFC99A1A0}" dt="2026-10-09T11:29:33.986" v="300" actId="20577"/>
          <ac:spMkLst>
            <pc:docMk/>
            <pc:sldMk cId="1583453265" sldId="285"/>
            <ac:spMk id="10" creationId="{0DBDA4E1-A7C4-2D95-1C87-389E43F9B3FA}"/>
          </ac:spMkLst>
        </pc:spChg>
      </pc:sldChg>
    </pc:docChg>
  </pc:docChgLst>
  <pc:docChgLst>
    <pc:chgData name="Dmitrij Tchervonisjenko" userId="0d35f27d-0d90-48cf-8461-2ca19c47f0a7" providerId="ADAL" clId="{9D147759-4407-43BE-A931-95557BDDAE69}"/>
    <pc:docChg chg="undo custSel addSld delSld modSld sldOrd">
      <pc:chgData name="Dmitrij Tchervonisjenko" userId="0d35f27d-0d90-48cf-8461-2ca19c47f0a7" providerId="ADAL" clId="{9D147759-4407-43BE-A931-95557BDDAE69}" dt="2026-10-14T20:11:19.548" v="1244" actId="20577"/>
      <pc:docMkLst>
        <pc:docMk/>
      </pc:docMkLst>
      <pc:sldChg chg="modNotesTx">
        <pc:chgData name="Dmitrij Tchervonisjenko" userId="0d35f27d-0d90-48cf-8461-2ca19c47f0a7" providerId="ADAL" clId="{9D147759-4407-43BE-A931-95557BDDAE69}" dt="2026-10-14T18:26:41.470" v="408" actId="20577"/>
        <pc:sldMkLst>
          <pc:docMk/>
          <pc:sldMk cId="109857222" sldId="256"/>
        </pc:sldMkLst>
      </pc:sldChg>
      <pc:sldChg chg="del">
        <pc:chgData name="Dmitrij Tchervonisjenko" userId="0d35f27d-0d90-48cf-8461-2ca19c47f0a7" providerId="ADAL" clId="{9D147759-4407-43BE-A931-95557BDDAE69}" dt="2026-10-14T16:51:32.462" v="92" actId="47"/>
        <pc:sldMkLst>
          <pc:docMk/>
          <pc:sldMk cId="1466345236" sldId="257"/>
        </pc:sldMkLst>
      </pc:sldChg>
      <pc:sldChg chg="modSp mod modNotesTx">
        <pc:chgData name="Dmitrij Tchervonisjenko" userId="0d35f27d-0d90-48cf-8461-2ca19c47f0a7" providerId="ADAL" clId="{9D147759-4407-43BE-A931-95557BDDAE69}" dt="2026-10-14T20:09:15.278" v="1242" actId="20577"/>
        <pc:sldMkLst>
          <pc:docMk/>
          <pc:sldMk cId="654473899" sldId="258"/>
        </pc:sldMkLst>
        <pc:spChg chg="mod">
          <ac:chgData name="Dmitrij Tchervonisjenko" userId="0d35f27d-0d90-48cf-8461-2ca19c47f0a7" providerId="ADAL" clId="{9D147759-4407-43BE-A931-95557BDDAE69}" dt="2026-10-14T18:34:12.711" v="478" actId="20577"/>
          <ac:spMkLst>
            <pc:docMk/>
            <pc:sldMk cId="654473899" sldId="258"/>
            <ac:spMk id="5" creationId="{A616CF06-53AD-6138-DF8A-669E67B0D25C}"/>
          </ac:spMkLst>
        </pc:spChg>
      </pc:sldChg>
      <pc:sldChg chg="addSp delSp modSp mod modNotesTx">
        <pc:chgData name="Dmitrij Tchervonisjenko" userId="0d35f27d-0d90-48cf-8461-2ca19c47f0a7" providerId="ADAL" clId="{9D147759-4407-43BE-A931-95557BDDAE69}" dt="2026-10-14T18:34:48.209" v="483" actId="20577"/>
        <pc:sldMkLst>
          <pc:docMk/>
          <pc:sldMk cId="3249747993" sldId="260"/>
        </pc:sldMkLst>
        <pc:spChg chg="del">
          <ac:chgData name="Dmitrij Tchervonisjenko" userId="0d35f27d-0d90-48cf-8461-2ca19c47f0a7" providerId="ADAL" clId="{9D147759-4407-43BE-A931-95557BDDAE69}" dt="2026-10-14T18:32:41.001" v="455" actId="478"/>
          <ac:spMkLst>
            <pc:docMk/>
            <pc:sldMk cId="3249747993" sldId="260"/>
            <ac:spMk id="3" creationId="{B978AD47-BC1C-318E-20B0-BF4FFFCC0233}"/>
          </ac:spMkLst>
        </pc:spChg>
        <pc:spChg chg="add del mod">
          <ac:chgData name="Dmitrij Tchervonisjenko" userId="0d35f27d-0d90-48cf-8461-2ca19c47f0a7" providerId="ADAL" clId="{9D147759-4407-43BE-A931-95557BDDAE69}" dt="2026-10-14T18:32:44.188" v="456" actId="478"/>
          <ac:spMkLst>
            <pc:docMk/>
            <pc:sldMk cId="3249747993" sldId="260"/>
            <ac:spMk id="4" creationId="{DD3FD591-8E86-7A00-7B64-32745130A574}"/>
          </ac:spMkLst>
        </pc:spChg>
        <pc:spChg chg="add mod">
          <ac:chgData name="Dmitrij Tchervonisjenko" userId="0d35f27d-0d90-48cf-8461-2ca19c47f0a7" providerId="ADAL" clId="{9D147759-4407-43BE-A931-95557BDDAE69}" dt="2026-10-14T18:33:39.179" v="467" actId="20577"/>
          <ac:spMkLst>
            <pc:docMk/>
            <pc:sldMk cId="3249747993" sldId="260"/>
            <ac:spMk id="6" creationId="{879F1EB1-5DF0-1088-5249-3BBA0E41B042}"/>
          </ac:spMkLst>
        </pc:spChg>
        <pc:picChg chg="del">
          <ac:chgData name="Dmitrij Tchervonisjenko" userId="0d35f27d-0d90-48cf-8461-2ca19c47f0a7" providerId="ADAL" clId="{9D147759-4407-43BE-A931-95557BDDAE69}" dt="2026-10-14T17:53:52.323" v="292" actId="478"/>
          <ac:picMkLst>
            <pc:docMk/>
            <pc:sldMk cId="3249747993" sldId="260"/>
            <ac:picMk id="4" creationId="{DCDD9573-DFF8-4615-BC0F-B2871BACBF93}"/>
          </ac:picMkLst>
        </pc:picChg>
      </pc:sldChg>
      <pc:sldChg chg="addSp delSp modSp mod modNotesTx">
        <pc:chgData name="Dmitrij Tchervonisjenko" userId="0d35f27d-0d90-48cf-8461-2ca19c47f0a7" providerId="ADAL" clId="{9D147759-4407-43BE-A931-95557BDDAE69}" dt="2026-10-14T20:02:40.683" v="1225" actId="1076"/>
        <pc:sldMkLst>
          <pc:docMk/>
          <pc:sldMk cId="2586976309" sldId="264"/>
        </pc:sldMkLst>
        <pc:spChg chg="del mod">
          <ac:chgData name="Dmitrij Tchervonisjenko" userId="0d35f27d-0d90-48cf-8461-2ca19c47f0a7" providerId="ADAL" clId="{9D147759-4407-43BE-A931-95557BDDAE69}" dt="2026-10-14T19:37:09.987" v="998" actId="478"/>
          <ac:spMkLst>
            <pc:docMk/>
            <pc:sldMk cId="2586976309" sldId="264"/>
            <ac:spMk id="5" creationId="{9809271C-BB44-DB37-E446-290D4BA2E921}"/>
          </ac:spMkLst>
        </pc:spChg>
        <pc:spChg chg="add mod">
          <ac:chgData name="Dmitrij Tchervonisjenko" userId="0d35f27d-0d90-48cf-8461-2ca19c47f0a7" providerId="ADAL" clId="{9D147759-4407-43BE-A931-95557BDDAE69}" dt="2026-10-14T20:02:40.683" v="1225" actId="1076"/>
          <ac:spMkLst>
            <pc:docMk/>
            <pc:sldMk cId="2586976309" sldId="264"/>
            <ac:spMk id="6" creationId="{AFC2F109-DBF8-1620-D59E-18148E2F1A31}"/>
          </ac:spMkLst>
        </pc:spChg>
        <pc:spChg chg="del mod">
          <ac:chgData name="Dmitrij Tchervonisjenko" userId="0d35f27d-0d90-48cf-8461-2ca19c47f0a7" providerId="ADAL" clId="{9D147759-4407-43BE-A931-95557BDDAE69}" dt="2026-10-14T17:09:35.556" v="181" actId="478"/>
          <ac:spMkLst>
            <pc:docMk/>
            <pc:sldMk cId="2586976309" sldId="264"/>
            <ac:spMk id="6" creationId="{E65BEC71-BF30-65F5-8CC7-6B663A642AD4}"/>
          </ac:spMkLst>
        </pc:spChg>
        <pc:spChg chg="del mod">
          <ac:chgData name="Dmitrij Tchervonisjenko" userId="0d35f27d-0d90-48cf-8461-2ca19c47f0a7" providerId="ADAL" clId="{9D147759-4407-43BE-A931-95557BDDAE69}" dt="2026-10-14T19:37:11.148" v="999" actId="478"/>
          <ac:spMkLst>
            <pc:docMk/>
            <pc:sldMk cId="2586976309" sldId="264"/>
            <ac:spMk id="9" creationId="{DB3E1B41-0E0F-AF97-010D-06B9D0167C37}"/>
          </ac:spMkLst>
        </pc:spChg>
        <pc:spChg chg="del mod">
          <ac:chgData name="Dmitrij Tchervonisjenko" userId="0d35f27d-0d90-48cf-8461-2ca19c47f0a7" providerId="ADAL" clId="{9D147759-4407-43BE-A931-95557BDDAE69}" dt="2026-10-14T19:37:08.595" v="997" actId="478"/>
          <ac:spMkLst>
            <pc:docMk/>
            <pc:sldMk cId="2586976309" sldId="264"/>
            <ac:spMk id="10" creationId="{69353A13-D4DE-929E-1D81-A747D52DD8BA}"/>
          </ac:spMkLst>
        </pc:spChg>
        <pc:picChg chg="mod">
          <ac:chgData name="Dmitrij Tchervonisjenko" userId="0d35f27d-0d90-48cf-8461-2ca19c47f0a7" providerId="ADAL" clId="{9D147759-4407-43BE-A931-95557BDDAE69}" dt="2026-10-14T19:42:44.100" v="1079" actId="1440"/>
          <ac:picMkLst>
            <pc:docMk/>
            <pc:sldMk cId="2586976309" sldId="264"/>
            <ac:picMk id="1026" creationId="{92F7576C-D75F-6F56-0E4D-420F3A5DFA57}"/>
          </ac:picMkLst>
        </pc:picChg>
      </pc:sldChg>
      <pc:sldChg chg="addSp delSp modSp mod modNotesTx">
        <pc:chgData name="Dmitrij Tchervonisjenko" userId="0d35f27d-0d90-48cf-8461-2ca19c47f0a7" providerId="ADAL" clId="{9D147759-4407-43BE-A931-95557BDDAE69}" dt="2026-10-14T19:53:52.645" v="1139" actId="1440"/>
        <pc:sldMkLst>
          <pc:docMk/>
          <pc:sldMk cId="529173759" sldId="265"/>
        </pc:sldMkLst>
        <pc:spChg chg="mod">
          <ac:chgData name="Dmitrij Tchervonisjenko" userId="0d35f27d-0d90-48cf-8461-2ca19c47f0a7" providerId="ADAL" clId="{9D147759-4407-43BE-A931-95557BDDAE69}" dt="2026-10-14T18:44:44.670" v="541" actId="20577"/>
          <ac:spMkLst>
            <pc:docMk/>
            <pc:sldMk cId="529173759" sldId="265"/>
            <ac:spMk id="2" creationId="{FB5DC305-6D15-9074-C74B-959B11C317D0}"/>
          </ac:spMkLst>
        </pc:spChg>
        <pc:spChg chg="del">
          <ac:chgData name="Dmitrij Tchervonisjenko" userId="0d35f27d-0d90-48cf-8461-2ca19c47f0a7" providerId="ADAL" clId="{9D147759-4407-43BE-A931-95557BDDAE69}" dt="2026-10-14T18:43:30.625" v="528" actId="478"/>
          <ac:spMkLst>
            <pc:docMk/>
            <pc:sldMk cId="529173759" sldId="265"/>
            <ac:spMk id="3" creationId="{D66FAB03-CBFA-EAFE-4F5F-608F6892C61E}"/>
          </ac:spMkLst>
        </pc:spChg>
        <pc:spChg chg="del mod">
          <ac:chgData name="Dmitrij Tchervonisjenko" userId="0d35f27d-0d90-48cf-8461-2ca19c47f0a7" providerId="ADAL" clId="{9D147759-4407-43BE-A931-95557BDDAE69}" dt="2026-10-14T19:50:53.022" v="1091" actId="478"/>
          <ac:spMkLst>
            <pc:docMk/>
            <pc:sldMk cId="529173759" sldId="265"/>
            <ac:spMk id="4" creationId="{649E94FB-8CE0-1A29-7CC7-EF10C5FC2D11}"/>
          </ac:spMkLst>
        </pc:spChg>
        <pc:spChg chg="del">
          <ac:chgData name="Dmitrij Tchervonisjenko" userId="0d35f27d-0d90-48cf-8461-2ca19c47f0a7" providerId="ADAL" clId="{9D147759-4407-43BE-A931-95557BDDAE69}" dt="2026-10-14T18:47:38.357" v="572" actId="478"/>
          <ac:spMkLst>
            <pc:docMk/>
            <pc:sldMk cId="529173759" sldId="265"/>
            <ac:spMk id="9" creationId="{A77B51FD-0FCD-A413-2638-B136B4F8C7D0}"/>
          </ac:spMkLst>
        </pc:spChg>
        <pc:spChg chg="del mod">
          <ac:chgData name="Dmitrij Tchervonisjenko" userId="0d35f27d-0d90-48cf-8461-2ca19c47f0a7" providerId="ADAL" clId="{9D147759-4407-43BE-A931-95557BDDAE69}" dt="2026-10-14T19:50:54.394" v="1092" actId="478"/>
          <ac:spMkLst>
            <pc:docMk/>
            <pc:sldMk cId="529173759" sldId="265"/>
            <ac:spMk id="10" creationId="{170D557F-2A18-AF0F-1E1E-A115EF5EFC7E}"/>
          </ac:spMkLst>
        </pc:spChg>
        <pc:spChg chg="add mod">
          <ac:chgData name="Dmitrij Tchervonisjenko" userId="0d35f27d-0d90-48cf-8461-2ca19c47f0a7" providerId="ADAL" clId="{9D147759-4407-43BE-A931-95557BDDAE69}" dt="2026-10-14T19:52:25.828" v="1114" actId="1076"/>
          <ac:spMkLst>
            <pc:docMk/>
            <pc:sldMk cId="529173759" sldId="265"/>
            <ac:spMk id="12" creationId="{4AA35333-2550-E3B9-F069-0D414E6D7226}"/>
          </ac:spMkLst>
        </pc:spChg>
        <pc:spChg chg="add mod">
          <ac:chgData name="Dmitrij Tchervonisjenko" userId="0d35f27d-0d90-48cf-8461-2ca19c47f0a7" providerId="ADAL" clId="{9D147759-4407-43BE-A931-95557BDDAE69}" dt="2026-10-14T19:52:08.588" v="1111" actId="1076"/>
          <ac:spMkLst>
            <pc:docMk/>
            <pc:sldMk cId="529173759" sldId="265"/>
            <ac:spMk id="18" creationId="{0C96A57A-4B1E-06A5-EC0C-328A4840166F}"/>
          </ac:spMkLst>
        </pc:spChg>
        <pc:picChg chg="del">
          <ac:chgData name="Dmitrij Tchervonisjenko" userId="0d35f27d-0d90-48cf-8461-2ca19c47f0a7" providerId="ADAL" clId="{9D147759-4407-43BE-A931-95557BDDAE69}" dt="2026-10-14T18:48:51.846" v="576" actId="478"/>
          <ac:picMkLst>
            <pc:docMk/>
            <pc:sldMk cId="529173759" sldId="265"/>
            <ac:picMk id="6" creationId="{4D67F399-B4E0-D6A6-1230-87A8773E3693}"/>
          </ac:picMkLst>
        </pc:picChg>
        <pc:picChg chg="del">
          <ac:chgData name="Dmitrij Tchervonisjenko" userId="0d35f27d-0d90-48cf-8461-2ca19c47f0a7" providerId="ADAL" clId="{9D147759-4407-43BE-A931-95557BDDAE69}" dt="2026-10-14T18:48:53.254" v="577" actId="478"/>
          <ac:picMkLst>
            <pc:docMk/>
            <pc:sldMk cId="529173759" sldId="265"/>
            <ac:picMk id="11" creationId="{829148F9-EEFA-5743-8918-A7F047C418C0}"/>
          </ac:picMkLst>
        </pc:picChg>
        <pc:picChg chg="add mod">
          <ac:chgData name="Dmitrij Tchervonisjenko" userId="0d35f27d-0d90-48cf-8461-2ca19c47f0a7" providerId="ADAL" clId="{9D147759-4407-43BE-A931-95557BDDAE69}" dt="2026-10-14T19:53:52.645" v="1139" actId="1440"/>
          <ac:picMkLst>
            <pc:docMk/>
            <pc:sldMk cId="529173759" sldId="265"/>
            <ac:picMk id="14" creationId="{860D1C1E-009D-267B-3530-708A078F913A}"/>
          </ac:picMkLst>
        </pc:picChg>
        <pc:picChg chg="add mod">
          <ac:chgData name="Dmitrij Tchervonisjenko" userId="0d35f27d-0d90-48cf-8461-2ca19c47f0a7" providerId="ADAL" clId="{9D147759-4407-43BE-A931-95557BDDAE69}" dt="2026-10-14T19:53:52.645" v="1139" actId="1440"/>
          <ac:picMkLst>
            <pc:docMk/>
            <pc:sldMk cId="529173759" sldId="265"/>
            <ac:picMk id="16" creationId="{DDAF1F57-37BE-60F1-B832-094B856E04B4}"/>
          </ac:picMkLst>
        </pc:picChg>
      </pc:sldChg>
      <pc:sldChg chg="addSp delSp modSp mod modNotesTx">
        <pc:chgData name="Dmitrij Tchervonisjenko" userId="0d35f27d-0d90-48cf-8461-2ca19c47f0a7" providerId="ADAL" clId="{9D147759-4407-43BE-A931-95557BDDAE69}" dt="2026-10-14T19:55:07.555" v="1156" actId="1076"/>
        <pc:sldMkLst>
          <pc:docMk/>
          <pc:sldMk cId="4010030820" sldId="267"/>
        </pc:sldMkLst>
        <pc:spChg chg="del mod">
          <ac:chgData name="Dmitrij Tchervonisjenko" userId="0d35f27d-0d90-48cf-8461-2ca19c47f0a7" providerId="ADAL" clId="{9D147759-4407-43BE-A931-95557BDDAE69}" dt="2026-10-14T19:54:50.105" v="1150" actId="478"/>
          <ac:spMkLst>
            <pc:docMk/>
            <pc:sldMk cId="4010030820" sldId="267"/>
            <ac:spMk id="3" creationId="{D08E34A8-F030-5417-3CD3-038FEE09DFA5}"/>
          </ac:spMkLst>
        </pc:spChg>
        <pc:spChg chg="del">
          <ac:chgData name="Dmitrij Tchervonisjenko" userId="0d35f27d-0d90-48cf-8461-2ca19c47f0a7" providerId="ADAL" clId="{9D147759-4407-43BE-A931-95557BDDAE69}" dt="2026-10-14T18:35:30.272" v="484" actId="478"/>
          <ac:spMkLst>
            <pc:docMk/>
            <pc:sldMk cId="4010030820" sldId="267"/>
            <ac:spMk id="4" creationId="{35C72008-7150-F261-3641-C1ECB91F5DA2}"/>
          </ac:spMkLst>
        </pc:spChg>
        <pc:spChg chg="add mod">
          <ac:chgData name="Dmitrij Tchervonisjenko" userId="0d35f27d-0d90-48cf-8461-2ca19c47f0a7" providerId="ADAL" clId="{9D147759-4407-43BE-A931-95557BDDAE69}" dt="2026-10-14T18:36:25.912" v="496" actId="1076"/>
          <ac:spMkLst>
            <pc:docMk/>
            <pc:sldMk cId="4010030820" sldId="267"/>
            <ac:spMk id="5" creationId="{3E20D76B-B608-7043-8A3A-54B9849F6B10}"/>
          </ac:spMkLst>
        </pc:spChg>
        <pc:picChg chg="add mod">
          <ac:chgData name="Dmitrij Tchervonisjenko" userId="0d35f27d-0d90-48cf-8461-2ca19c47f0a7" providerId="ADAL" clId="{9D147759-4407-43BE-A931-95557BDDAE69}" dt="2026-10-14T19:55:07.555" v="1156" actId="1076"/>
          <ac:picMkLst>
            <pc:docMk/>
            <pc:sldMk cId="4010030820" sldId="267"/>
            <ac:picMk id="8" creationId="{CF843FB6-0161-075A-D0D7-F8AC72CAA421}"/>
          </ac:picMkLst>
        </pc:picChg>
      </pc:sldChg>
      <pc:sldChg chg="addSp delSp modSp mod modNotesTx">
        <pc:chgData name="Dmitrij Tchervonisjenko" userId="0d35f27d-0d90-48cf-8461-2ca19c47f0a7" providerId="ADAL" clId="{9D147759-4407-43BE-A931-95557BDDAE69}" dt="2026-10-14T19:53:47.608" v="1138" actId="1440"/>
        <pc:sldMkLst>
          <pc:docMk/>
          <pc:sldMk cId="3019741855" sldId="269"/>
        </pc:sldMkLst>
        <pc:spChg chg="mod">
          <ac:chgData name="Dmitrij Tchervonisjenko" userId="0d35f27d-0d90-48cf-8461-2ca19c47f0a7" providerId="ADAL" clId="{9D147759-4407-43BE-A931-95557BDDAE69}" dt="2026-10-14T18:50:18.146" v="598" actId="20577"/>
          <ac:spMkLst>
            <pc:docMk/>
            <pc:sldMk cId="3019741855" sldId="269"/>
            <ac:spMk id="2" creationId="{DB6F85FB-32E1-B61C-1960-18C545227EE2}"/>
          </ac:spMkLst>
        </pc:spChg>
        <pc:spChg chg="del">
          <ac:chgData name="Dmitrij Tchervonisjenko" userId="0d35f27d-0d90-48cf-8461-2ca19c47f0a7" providerId="ADAL" clId="{9D147759-4407-43BE-A931-95557BDDAE69}" dt="2026-10-14T18:50:40.076" v="601" actId="478"/>
          <ac:spMkLst>
            <pc:docMk/>
            <pc:sldMk cId="3019741855" sldId="269"/>
            <ac:spMk id="4" creationId="{9136F047-1CAE-792E-155A-728465C5E214}"/>
          </ac:spMkLst>
        </pc:spChg>
        <pc:spChg chg="add del mod">
          <ac:chgData name="Dmitrij Tchervonisjenko" userId="0d35f27d-0d90-48cf-8461-2ca19c47f0a7" providerId="ADAL" clId="{9D147759-4407-43BE-A931-95557BDDAE69}" dt="2026-10-14T18:50:44.240" v="602" actId="478"/>
          <ac:spMkLst>
            <pc:docMk/>
            <pc:sldMk cId="3019741855" sldId="269"/>
            <ac:spMk id="6" creationId="{8CA3C3F5-4809-8155-CA98-A4DFEF210692}"/>
          </ac:spMkLst>
        </pc:spChg>
        <pc:spChg chg="add mod">
          <ac:chgData name="Dmitrij Tchervonisjenko" userId="0d35f27d-0d90-48cf-8461-2ca19c47f0a7" providerId="ADAL" clId="{9D147759-4407-43BE-A931-95557BDDAE69}" dt="2026-10-14T19:53:40.439" v="1137" actId="20577"/>
          <ac:spMkLst>
            <pc:docMk/>
            <pc:sldMk cId="3019741855" sldId="269"/>
            <ac:spMk id="8" creationId="{3F43940C-D5FA-795A-C836-D9ECE43C7669}"/>
          </ac:spMkLst>
        </pc:spChg>
        <pc:spChg chg="add del mod">
          <ac:chgData name="Dmitrij Tchervonisjenko" userId="0d35f27d-0d90-48cf-8461-2ca19c47f0a7" providerId="ADAL" clId="{9D147759-4407-43BE-A931-95557BDDAE69}" dt="2026-10-14T19:52:42.555" v="1115" actId="478"/>
          <ac:spMkLst>
            <pc:docMk/>
            <pc:sldMk cId="3019741855" sldId="269"/>
            <ac:spMk id="10" creationId="{ED47F656-E565-873E-D067-F0217DB327D9}"/>
          </ac:spMkLst>
        </pc:spChg>
        <pc:picChg chg="mod">
          <ac:chgData name="Dmitrij Tchervonisjenko" userId="0d35f27d-0d90-48cf-8461-2ca19c47f0a7" providerId="ADAL" clId="{9D147759-4407-43BE-A931-95557BDDAE69}" dt="2026-10-14T18:50:23.771" v="600" actId="1076"/>
          <ac:picMkLst>
            <pc:docMk/>
            <pc:sldMk cId="3019741855" sldId="269"/>
            <ac:picMk id="5" creationId="{0B725842-DD69-4679-57F7-59A4B2C4882B}"/>
          </ac:picMkLst>
        </pc:picChg>
        <pc:picChg chg="add mod">
          <ac:chgData name="Dmitrij Tchervonisjenko" userId="0d35f27d-0d90-48cf-8461-2ca19c47f0a7" providerId="ADAL" clId="{9D147759-4407-43BE-A931-95557BDDAE69}" dt="2026-10-14T19:53:47.608" v="1138" actId="1440"/>
          <ac:picMkLst>
            <pc:docMk/>
            <pc:sldMk cId="3019741855" sldId="269"/>
            <ac:picMk id="12" creationId="{6341B38A-4A3A-1F93-E329-A3CFC6C70926}"/>
          </ac:picMkLst>
        </pc:picChg>
      </pc:sldChg>
      <pc:sldChg chg="addSp delSp modSp mod modNotesTx">
        <pc:chgData name="Dmitrij Tchervonisjenko" userId="0d35f27d-0d90-48cf-8461-2ca19c47f0a7" providerId="ADAL" clId="{9D147759-4407-43BE-A931-95557BDDAE69}" dt="2026-10-14T20:00:20.296" v="1204" actId="20577"/>
        <pc:sldMkLst>
          <pc:docMk/>
          <pc:sldMk cId="829552726" sldId="270"/>
        </pc:sldMkLst>
        <pc:spChg chg="add mod">
          <ac:chgData name="Dmitrij Tchervonisjenko" userId="0d35f27d-0d90-48cf-8461-2ca19c47f0a7" providerId="ADAL" clId="{9D147759-4407-43BE-A931-95557BDDAE69}" dt="2026-10-14T19:59:53.848" v="1199" actId="1076"/>
          <ac:spMkLst>
            <pc:docMk/>
            <pc:sldMk cId="829552726" sldId="270"/>
            <ac:spMk id="3" creationId="{B205CC2C-2AFC-634D-EB83-7A9F9B41A2B5}"/>
          </ac:spMkLst>
        </pc:spChg>
        <pc:spChg chg="del">
          <ac:chgData name="Dmitrij Tchervonisjenko" userId="0d35f27d-0d90-48cf-8461-2ca19c47f0a7" providerId="ADAL" clId="{9D147759-4407-43BE-A931-95557BDDAE69}" dt="2026-10-14T18:52:05.873" v="613" actId="478"/>
          <ac:spMkLst>
            <pc:docMk/>
            <pc:sldMk cId="829552726" sldId="270"/>
            <ac:spMk id="10" creationId="{6FDA4286-5332-783B-EFC3-A8541B07AA46}"/>
          </ac:spMkLst>
        </pc:spChg>
      </pc:sldChg>
      <pc:sldChg chg="modNotesTx">
        <pc:chgData name="Dmitrij Tchervonisjenko" userId="0d35f27d-0d90-48cf-8461-2ca19c47f0a7" providerId="ADAL" clId="{9D147759-4407-43BE-A931-95557BDDAE69}" dt="2026-10-14T20:08:28.547" v="1237" actId="20577"/>
        <pc:sldMkLst>
          <pc:docMk/>
          <pc:sldMk cId="2000137539" sldId="273"/>
        </pc:sldMkLst>
      </pc:sldChg>
      <pc:sldChg chg="addSp delSp modSp mod modNotesTx">
        <pc:chgData name="Dmitrij Tchervonisjenko" userId="0d35f27d-0d90-48cf-8461-2ca19c47f0a7" providerId="ADAL" clId="{9D147759-4407-43BE-A931-95557BDDAE69}" dt="2026-10-14T18:33:58.842" v="473" actId="113"/>
        <pc:sldMkLst>
          <pc:docMk/>
          <pc:sldMk cId="3952573604" sldId="274"/>
        </pc:sldMkLst>
        <pc:spChg chg="add mod">
          <ac:chgData name="Dmitrij Tchervonisjenko" userId="0d35f27d-0d90-48cf-8461-2ca19c47f0a7" providerId="ADAL" clId="{9D147759-4407-43BE-A931-95557BDDAE69}" dt="2026-10-14T18:33:58.842" v="473" actId="113"/>
          <ac:spMkLst>
            <pc:docMk/>
            <pc:sldMk cId="3952573604" sldId="274"/>
            <ac:spMk id="3" creationId="{8A1C5F97-41A8-9223-B82E-5FDBFC0390B4}"/>
          </ac:spMkLst>
        </pc:spChg>
        <pc:spChg chg="del">
          <ac:chgData name="Dmitrij Tchervonisjenko" userId="0d35f27d-0d90-48cf-8461-2ca19c47f0a7" providerId="ADAL" clId="{9D147759-4407-43BE-A931-95557BDDAE69}" dt="2026-10-14T18:25:01.029" v="390" actId="478"/>
          <ac:spMkLst>
            <pc:docMk/>
            <pc:sldMk cId="3952573604" sldId="274"/>
            <ac:spMk id="4" creationId="{D466245F-F01B-D139-4343-E29607BDB2D6}"/>
          </ac:spMkLst>
        </pc:spChg>
      </pc:sldChg>
      <pc:sldChg chg="addSp delSp modSp mod modNotesTx">
        <pc:chgData name="Dmitrij Tchervonisjenko" userId="0d35f27d-0d90-48cf-8461-2ca19c47f0a7" providerId="ADAL" clId="{9D147759-4407-43BE-A931-95557BDDAE69}" dt="2026-10-14T20:09:42.325" v="1243" actId="20577"/>
        <pc:sldMkLst>
          <pc:docMk/>
          <pc:sldMk cId="3938891634" sldId="275"/>
        </pc:sldMkLst>
        <pc:spChg chg="del">
          <ac:chgData name="Dmitrij Tchervonisjenko" userId="0d35f27d-0d90-48cf-8461-2ca19c47f0a7" providerId="ADAL" clId="{9D147759-4407-43BE-A931-95557BDDAE69}" dt="2026-10-14T18:27:07.472" v="411" actId="478"/>
          <ac:spMkLst>
            <pc:docMk/>
            <pc:sldMk cId="3938891634" sldId="275"/>
            <ac:spMk id="3" creationId="{03002659-46D2-9DD9-B231-4683AF8243A8}"/>
          </ac:spMkLst>
        </pc:spChg>
        <pc:spChg chg="add mod">
          <ac:chgData name="Dmitrij Tchervonisjenko" userId="0d35f27d-0d90-48cf-8461-2ca19c47f0a7" providerId="ADAL" clId="{9D147759-4407-43BE-A931-95557BDDAE69}" dt="2026-10-14T18:33:45.065" v="468" actId="20577"/>
          <ac:spMkLst>
            <pc:docMk/>
            <pc:sldMk cId="3938891634" sldId="275"/>
            <ac:spMk id="4" creationId="{3DE4FF9D-E5B2-FA12-56C0-CBF1EE847474}"/>
          </ac:spMkLst>
        </pc:spChg>
        <pc:spChg chg="mod">
          <ac:chgData name="Dmitrij Tchervonisjenko" userId="0d35f27d-0d90-48cf-8461-2ca19c47f0a7" providerId="ADAL" clId="{9D147759-4407-43BE-A931-95557BDDAE69}" dt="2026-10-14T18:28:44.591" v="438" actId="20577"/>
          <ac:spMkLst>
            <pc:docMk/>
            <pc:sldMk cId="3938891634" sldId="275"/>
            <ac:spMk id="10" creationId="{7E33D291-2E68-CE91-E41D-C0EB42D6B72D}"/>
          </ac:spMkLst>
        </pc:spChg>
      </pc:sldChg>
      <pc:sldChg chg="del">
        <pc:chgData name="Dmitrij Tchervonisjenko" userId="0d35f27d-0d90-48cf-8461-2ca19c47f0a7" providerId="ADAL" clId="{9D147759-4407-43BE-A931-95557BDDAE69}" dt="2026-10-14T18:31:39.721" v="454" actId="47"/>
        <pc:sldMkLst>
          <pc:docMk/>
          <pc:sldMk cId="1828868381" sldId="276"/>
        </pc:sldMkLst>
      </pc:sldChg>
      <pc:sldChg chg="addSp delSp modSp mod modNotesTx">
        <pc:chgData name="Dmitrij Tchervonisjenko" userId="0d35f27d-0d90-48cf-8461-2ca19c47f0a7" providerId="ADAL" clId="{9D147759-4407-43BE-A931-95557BDDAE69}" dt="2026-10-14T19:54:42.869" v="1149" actId="1440"/>
        <pc:sldMkLst>
          <pc:docMk/>
          <pc:sldMk cId="2299036286" sldId="277"/>
        </pc:sldMkLst>
        <pc:spChg chg="del">
          <ac:chgData name="Dmitrij Tchervonisjenko" userId="0d35f27d-0d90-48cf-8461-2ca19c47f0a7" providerId="ADAL" clId="{9D147759-4407-43BE-A931-95557BDDAE69}" dt="2026-10-14T18:37:45.170" v="502" actId="478"/>
          <ac:spMkLst>
            <pc:docMk/>
            <pc:sldMk cId="2299036286" sldId="277"/>
            <ac:spMk id="2" creationId="{0F4EA8AE-B337-B9C5-3919-506B69ADB1D7}"/>
          </ac:spMkLst>
        </pc:spChg>
        <pc:spChg chg="del mod">
          <ac:chgData name="Dmitrij Tchervonisjenko" userId="0d35f27d-0d90-48cf-8461-2ca19c47f0a7" providerId="ADAL" clId="{9D147759-4407-43BE-A931-95557BDDAE69}" dt="2026-10-14T19:54:07.490" v="1140" actId="478"/>
          <ac:spMkLst>
            <pc:docMk/>
            <pc:sldMk cId="2299036286" sldId="277"/>
            <ac:spMk id="3" creationId="{8B72B2E0-CAD4-0C8F-6FDF-2A237C8CBEE0}"/>
          </ac:spMkLst>
        </pc:spChg>
        <pc:spChg chg="add mod">
          <ac:chgData name="Dmitrij Tchervonisjenko" userId="0d35f27d-0d90-48cf-8461-2ca19c47f0a7" providerId="ADAL" clId="{9D147759-4407-43BE-A931-95557BDDAE69}" dt="2026-10-14T18:41:05.343" v="518" actId="1076"/>
          <ac:spMkLst>
            <pc:docMk/>
            <pc:sldMk cId="2299036286" sldId="277"/>
            <ac:spMk id="5" creationId="{B35E7BE6-6AF7-C697-45DB-B32EEC93DF98}"/>
          </ac:spMkLst>
        </pc:spChg>
        <pc:picChg chg="add mod modCrop">
          <ac:chgData name="Dmitrij Tchervonisjenko" userId="0d35f27d-0d90-48cf-8461-2ca19c47f0a7" providerId="ADAL" clId="{9D147759-4407-43BE-A931-95557BDDAE69}" dt="2026-10-14T19:54:42.869" v="1149" actId="1440"/>
          <ac:picMkLst>
            <pc:docMk/>
            <pc:sldMk cId="2299036286" sldId="277"/>
            <ac:picMk id="8" creationId="{07C66EA1-2A0D-F453-FB2C-F7F52CAA28E1}"/>
          </ac:picMkLst>
        </pc:picChg>
      </pc:sldChg>
      <pc:sldChg chg="del ord">
        <pc:chgData name="Dmitrij Tchervonisjenko" userId="0d35f27d-0d90-48cf-8461-2ca19c47f0a7" providerId="ADAL" clId="{9D147759-4407-43BE-A931-95557BDDAE69}" dt="2026-10-14T18:53:43.333" v="641" actId="47"/>
        <pc:sldMkLst>
          <pc:docMk/>
          <pc:sldMk cId="3286183153" sldId="278"/>
        </pc:sldMkLst>
      </pc:sldChg>
      <pc:sldChg chg="addSp delSp modSp mod modNotesTx">
        <pc:chgData name="Dmitrij Tchervonisjenko" userId="0d35f27d-0d90-48cf-8461-2ca19c47f0a7" providerId="ADAL" clId="{9D147759-4407-43BE-A931-95557BDDAE69}" dt="2026-10-14T19:26:55.834" v="893" actId="1440"/>
        <pc:sldMkLst>
          <pc:docMk/>
          <pc:sldMk cId="3950524141" sldId="280"/>
        </pc:sldMkLst>
        <pc:spChg chg="del">
          <ac:chgData name="Dmitrij Tchervonisjenko" userId="0d35f27d-0d90-48cf-8461-2ca19c47f0a7" providerId="ADAL" clId="{9D147759-4407-43BE-A931-95557BDDAE69}" dt="2026-10-14T19:02:30.511" v="708" actId="478"/>
          <ac:spMkLst>
            <pc:docMk/>
            <pc:sldMk cId="3950524141" sldId="280"/>
            <ac:spMk id="4" creationId="{5F1BC622-C097-2B14-1C5C-3AFE6B6880FD}"/>
          </ac:spMkLst>
        </pc:spChg>
        <pc:spChg chg="add mod">
          <ac:chgData name="Dmitrij Tchervonisjenko" userId="0d35f27d-0d90-48cf-8461-2ca19c47f0a7" providerId="ADAL" clId="{9D147759-4407-43BE-A931-95557BDDAE69}" dt="2026-10-14T19:21:26.071" v="853" actId="1076"/>
          <ac:spMkLst>
            <pc:docMk/>
            <pc:sldMk cId="3950524141" sldId="280"/>
            <ac:spMk id="5" creationId="{B5E11685-21F3-9172-3084-2019E982D4C5}"/>
          </ac:spMkLst>
        </pc:spChg>
        <pc:spChg chg="add del mod">
          <ac:chgData name="Dmitrij Tchervonisjenko" userId="0d35f27d-0d90-48cf-8461-2ca19c47f0a7" providerId="ADAL" clId="{9D147759-4407-43BE-A931-95557BDDAE69}" dt="2026-10-14T19:07:51.525" v="746" actId="478"/>
          <ac:spMkLst>
            <pc:docMk/>
            <pc:sldMk cId="3950524141" sldId="280"/>
            <ac:spMk id="7" creationId="{2E07720F-59EC-8B0B-E6A2-6D47D0C0F3FB}"/>
          </ac:spMkLst>
        </pc:spChg>
        <pc:spChg chg="mod">
          <ac:chgData name="Dmitrij Tchervonisjenko" userId="0d35f27d-0d90-48cf-8461-2ca19c47f0a7" providerId="ADAL" clId="{9D147759-4407-43BE-A931-95557BDDAE69}" dt="2026-10-14T19:02:23.169" v="707"/>
          <ac:spMkLst>
            <pc:docMk/>
            <pc:sldMk cId="3950524141" sldId="280"/>
            <ac:spMk id="10" creationId="{96B4BA2D-78C0-3601-8159-CBB50BC9BB6A}"/>
          </ac:spMkLst>
        </pc:spChg>
        <pc:picChg chg="add mod">
          <ac:chgData name="Dmitrij Tchervonisjenko" userId="0d35f27d-0d90-48cf-8461-2ca19c47f0a7" providerId="ADAL" clId="{9D147759-4407-43BE-A931-95557BDDAE69}" dt="2026-10-14T19:26:55.834" v="893" actId="1440"/>
          <ac:picMkLst>
            <pc:docMk/>
            <pc:sldMk cId="3950524141" sldId="280"/>
            <ac:picMk id="9" creationId="{17588986-661A-9760-6203-DC8E39EF638E}"/>
          </ac:picMkLst>
        </pc:picChg>
      </pc:sldChg>
      <pc:sldChg chg="addSp delSp modSp mod modNotesTx">
        <pc:chgData name="Dmitrij Tchervonisjenko" userId="0d35f27d-0d90-48cf-8461-2ca19c47f0a7" providerId="ADAL" clId="{9D147759-4407-43BE-A931-95557BDDAE69}" dt="2026-10-14T19:26:49.090" v="892" actId="1440"/>
        <pc:sldMkLst>
          <pc:docMk/>
          <pc:sldMk cId="4166465047" sldId="281"/>
        </pc:sldMkLst>
        <pc:spChg chg="del">
          <ac:chgData name="Dmitrij Tchervonisjenko" userId="0d35f27d-0d90-48cf-8461-2ca19c47f0a7" providerId="ADAL" clId="{9D147759-4407-43BE-A931-95557BDDAE69}" dt="2026-10-14T19:06:17.595" v="733" actId="478"/>
          <ac:spMkLst>
            <pc:docMk/>
            <pc:sldMk cId="4166465047" sldId="281"/>
            <ac:spMk id="4" creationId="{E6C80EF6-3354-4076-7BFF-A4980DCFBC2A}"/>
          </ac:spMkLst>
        </pc:spChg>
        <pc:spChg chg="add mod">
          <ac:chgData name="Dmitrij Tchervonisjenko" userId="0d35f27d-0d90-48cf-8461-2ca19c47f0a7" providerId="ADAL" clId="{9D147759-4407-43BE-A931-95557BDDAE69}" dt="2026-10-14T19:12:07.996" v="772" actId="20577"/>
          <ac:spMkLst>
            <pc:docMk/>
            <pc:sldMk cId="4166465047" sldId="281"/>
            <ac:spMk id="5" creationId="{3F6F4388-D58B-7C99-06E0-FFEE51DF2E28}"/>
          </ac:spMkLst>
        </pc:spChg>
        <pc:spChg chg="mod">
          <ac:chgData name="Dmitrij Tchervonisjenko" userId="0d35f27d-0d90-48cf-8461-2ca19c47f0a7" providerId="ADAL" clId="{9D147759-4407-43BE-A931-95557BDDAE69}" dt="2026-10-14T19:09:28.642" v="755" actId="404"/>
          <ac:spMkLst>
            <pc:docMk/>
            <pc:sldMk cId="4166465047" sldId="281"/>
            <ac:spMk id="10" creationId="{3A544B45-3D66-6525-EF5D-AA4A64B6B8F0}"/>
          </ac:spMkLst>
        </pc:spChg>
        <pc:picChg chg="add mod">
          <ac:chgData name="Dmitrij Tchervonisjenko" userId="0d35f27d-0d90-48cf-8461-2ca19c47f0a7" providerId="ADAL" clId="{9D147759-4407-43BE-A931-95557BDDAE69}" dt="2026-10-14T19:26:49.090" v="892" actId="1440"/>
          <ac:picMkLst>
            <pc:docMk/>
            <pc:sldMk cId="4166465047" sldId="281"/>
            <ac:picMk id="7" creationId="{27E8138E-3D10-D2AF-FAD9-CDE1F05D33F0}"/>
          </ac:picMkLst>
        </pc:picChg>
      </pc:sldChg>
      <pc:sldChg chg="del">
        <pc:chgData name="Dmitrij Tchervonisjenko" userId="0d35f27d-0d90-48cf-8461-2ca19c47f0a7" providerId="ADAL" clId="{9D147759-4407-43BE-A931-95557BDDAE69}" dt="2026-10-14T19:13:56.173" v="778" actId="47"/>
        <pc:sldMkLst>
          <pc:docMk/>
          <pc:sldMk cId="1209696063" sldId="282"/>
        </pc:sldMkLst>
      </pc:sldChg>
      <pc:sldChg chg="addSp delSp modSp mod modNotesTx">
        <pc:chgData name="Dmitrij Tchervonisjenko" userId="0d35f27d-0d90-48cf-8461-2ca19c47f0a7" providerId="ADAL" clId="{9D147759-4407-43BE-A931-95557BDDAE69}" dt="2026-10-14T19:15:49.316" v="804" actId="20577"/>
        <pc:sldMkLst>
          <pc:docMk/>
          <pc:sldMk cId="2117885770" sldId="283"/>
        </pc:sldMkLst>
        <pc:spChg chg="add mod">
          <ac:chgData name="Dmitrij Tchervonisjenko" userId="0d35f27d-0d90-48cf-8461-2ca19c47f0a7" providerId="ADAL" clId="{9D147759-4407-43BE-A931-95557BDDAE69}" dt="2026-10-14T19:15:22.184" v="799" actId="1076"/>
          <ac:spMkLst>
            <pc:docMk/>
            <pc:sldMk cId="2117885770" sldId="283"/>
            <ac:spMk id="3" creationId="{EDAFFAE8-4831-C5AB-370E-B4F6DB71BAE0}"/>
          </ac:spMkLst>
        </pc:spChg>
        <pc:spChg chg="del">
          <ac:chgData name="Dmitrij Tchervonisjenko" userId="0d35f27d-0d90-48cf-8461-2ca19c47f0a7" providerId="ADAL" clId="{9D147759-4407-43BE-A931-95557BDDAE69}" dt="2026-10-14T19:14:18.408" v="779" actId="478"/>
          <ac:spMkLst>
            <pc:docMk/>
            <pc:sldMk cId="2117885770" sldId="283"/>
            <ac:spMk id="12" creationId="{12A3FC73-0531-F8BD-B782-61CDE128B346}"/>
          </ac:spMkLst>
        </pc:spChg>
      </pc:sldChg>
      <pc:sldChg chg="addSp delSp modSp mod modNotesTx">
        <pc:chgData name="Dmitrij Tchervonisjenko" userId="0d35f27d-0d90-48cf-8461-2ca19c47f0a7" providerId="ADAL" clId="{9D147759-4407-43BE-A931-95557BDDAE69}" dt="2026-10-14T19:26:42.053" v="891" actId="1440"/>
        <pc:sldMkLst>
          <pc:docMk/>
          <pc:sldMk cId="114862852" sldId="284"/>
        </pc:sldMkLst>
        <pc:spChg chg="del">
          <ac:chgData name="Dmitrij Tchervonisjenko" userId="0d35f27d-0d90-48cf-8461-2ca19c47f0a7" providerId="ADAL" clId="{9D147759-4407-43BE-A931-95557BDDAE69}" dt="2026-10-14T19:16:51.876" v="806" actId="478"/>
          <ac:spMkLst>
            <pc:docMk/>
            <pc:sldMk cId="114862852" sldId="284"/>
            <ac:spMk id="4" creationId="{A91E0081-9C1E-3E3B-B1D3-23F1E068053A}"/>
          </ac:spMkLst>
        </pc:spChg>
        <pc:spChg chg="add mod">
          <ac:chgData name="Dmitrij Tchervonisjenko" userId="0d35f27d-0d90-48cf-8461-2ca19c47f0a7" providerId="ADAL" clId="{9D147759-4407-43BE-A931-95557BDDAE69}" dt="2026-10-14T19:21:16.669" v="850" actId="1076"/>
          <ac:spMkLst>
            <pc:docMk/>
            <pc:sldMk cId="114862852" sldId="284"/>
            <ac:spMk id="5" creationId="{8D0577D7-B7DF-4918-0A0B-255079933112}"/>
          </ac:spMkLst>
        </pc:spChg>
        <pc:spChg chg="mod">
          <ac:chgData name="Dmitrij Tchervonisjenko" userId="0d35f27d-0d90-48cf-8461-2ca19c47f0a7" providerId="ADAL" clId="{9D147759-4407-43BE-A931-95557BDDAE69}" dt="2026-10-14T19:16:48.519" v="805"/>
          <ac:spMkLst>
            <pc:docMk/>
            <pc:sldMk cId="114862852" sldId="284"/>
            <ac:spMk id="10" creationId="{3429333D-C4E9-1F95-510E-03ED1FD72CE8}"/>
          </ac:spMkLst>
        </pc:spChg>
        <pc:picChg chg="mod">
          <ac:chgData name="Dmitrij Tchervonisjenko" userId="0d35f27d-0d90-48cf-8461-2ca19c47f0a7" providerId="ADAL" clId="{9D147759-4407-43BE-A931-95557BDDAE69}" dt="2026-10-12T16:36:59.133" v="2" actId="1076"/>
          <ac:picMkLst>
            <pc:docMk/>
            <pc:sldMk cId="114862852" sldId="284"/>
            <ac:picMk id="3" creationId="{4CEB5653-9276-2D1A-659F-2189C47FED8C}"/>
          </ac:picMkLst>
        </pc:picChg>
        <pc:picChg chg="add mod">
          <ac:chgData name="Dmitrij Tchervonisjenko" userId="0d35f27d-0d90-48cf-8461-2ca19c47f0a7" providerId="ADAL" clId="{9D147759-4407-43BE-A931-95557BDDAE69}" dt="2026-10-14T19:26:42.053" v="891" actId="1440"/>
          <ac:picMkLst>
            <pc:docMk/>
            <pc:sldMk cId="114862852" sldId="284"/>
            <ac:picMk id="7" creationId="{28264AD4-CC96-1AB0-0B5D-D14D3BD51F5D}"/>
          </ac:picMkLst>
        </pc:picChg>
      </pc:sldChg>
      <pc:sldChg chg="addSp delSp modSp mod modNotesTx">
        <pc:chgData name="Dmitrij Tchervonisjenko" userId="0d35f27d-0d90-48cf-8461-2ca19c47f0a7" providerId="ADAL" clId="{9D147759-4407-43BE-A931-95557BDDAE69}" dt="2026-10-14T19:26:34.831" v="890" actId="1440"/>
        <pc:sldMkLst>
          <pc:docMk/>
          <pc:sldMk cId="1583453265" sldId="285"/>
        </pc:sldMkLst>
        <pc:spChg chg="del">
          <ac:chgData name="Dmitrij Tchervonisjenko" userId="0d35f27d-0d90-48cf-8461-2ca19c47f0a7" providerId="ADAL" clId="{9D147759-4407-43BE-A931-95557BDDAE69}" dt="2026-10-14T19:23:35.380" v="856" actId="478"/>
          <ac:spMkLst>
            <pc:docMk/>
            <pc:sldMk cId="1583453265" sldId="285"/>
            <ac:spMk id="4" creationId="{50C3EEBB-8DFA-13D6-425F-DB153868A40E}"/>
          </ac:spMkLst>
        </pc:spChg>
        <pc:spChg chg="add mod">
          <ac:chgData name="Dmitrij Tchervonisjenko" userId="0d35f27d-0d90-48cf-8461-2ca19c47f0a7" providerId="ADAL" clId="{9D147759-4407-43BE-A931-95557BDDAE69}" dt="2026-10-14T19:24:25.953" v="865" actId="113"/>
          <ac:spMkLst>
            <pc:docMk/>
            <pc:sldMk cId="1583453265" sldId="285"/>
            <ac:spMk id="5" creationId="{8B0CCCC7-25FD-71D3-52A2-97AAA25CF228}"/>
          </ac:spMkLst>
        </pc:spChg>
        <pc:spChg chg="mod">
          <ac:chgData name="Dmitrij Tchervonisjenko" userId="0d35f27d-0d90-48cf-8461-2ca19c47f0a7" providerId="ADAL" clId="{9D147759-4407-43BE-A931-95557BDDAE69}" dt="2026-10-14T19:23:29.383" v="855"/>
          <ac:spMkLst>
            <pc:docMk/>
            <pc:sldMk cId="1583453265" sldId="285"/>
            <ac:spMk id="10" creationId="{0DBDA4E1-A7C4-2D95-1C87-389E43F9B3FA}"/>
          </ac:spMkLst>
        </pc:spChg>
        <pc:picChg chg="mod">
          <ac:chgData name="Dmitrij Tchervonisjenko" userId="0d35f27d-0d90-48cf-8461-2ca19c47f0a7" providerId="ADAL" clId="{9D147759-4407-43BE-A931-95557BDDAE69}" dt="2026-10-12T16:37:02.543" v="3" actId="1076"/>
          <ac:picMkLst>
            <pc:docMk/>
            <pc:sldMk cId="1583453265" sldId="285"/>
            <ac:picMk id="3" creationId="{8B85E2CD-9835-4D0D-C100-AEFFBC5924C5}"/>
          </ac:picMkLst>
        </pc:picChg>
        <pc:picChg chg="add mod">
          <ac:chgData name="Dmitrij Tchervonisjenko" userId="0d35f27d-0d90-48cf-8461-2ca19c47f0a7" providerId="ADAL" clId="{9D147759-4407-43BE-A931-95557BDDAE69}" dt="2026-10-14T19:26:34.831" v="890" actId="1440"/>
          <ac:picMkLst>
            <pc:docMk/>
            <pc:sldMk cId="1583453265" sldId="285"/>
            <ac:picMk id="7" creationId="{A2D63CB2-37DF-1EDB-3BAF-B930FD33B2B2}"/>
          </ac:picMkLst>
        </pc:picChg>
      </pc:sldChg>
      <pc:sldChg chg="addSp delSp modSp mod modNotesTx">
        <pc:chgData name="Dmitrij Tchervonisjenko" userId="0d35f27d-0d90-48cf-8461-2ca19c47f0a7" providerId="ADAL" clId="{9D147759-4407-43BE-A931-95557BDDAE69}" dt="2026-10-14T19:01:43.376" v="703" actId="20577"/>
        <pc:sldMkLst>
          <pc:docMk/>
          <pc:sldMk cId="1942524546" sldId="286"/>
        </pc:sldMkLst>
        <pc:spChg chg="del">
          <ac:chgData name="Dmitrij Tchervonisjenko" userId="0d35f27d-0d90-48cf-8461-2ca19c47f0a7" providerId="ADAL" clId="{9D147759-4407-43BE-A931-95557BDDAE69}" dt="2026-10-14T18:58:42.077" v="666" actId="478"/>
          <ac:spMkLst>
            <pc:docMk/>
            <pc:sldMk cId="1942524546" sldId="286"/>
            <ac:spMk id="4" creationId="{630FAFAD-0D07-1C1B-E351-BA9FC1AC9267}"/>
          </ac:spMkLst>
        </pc:spChg>
        <pc:spChg chg="add mod">
          <ac:chgData name="Dmitrij Tchervonisjenko" userId="0d35f27d-0d90-48cf-8461-2ca19c47f0a7" providerId="ADAL" clId="{9D147759-4407-43BE-A931-95557BDDAE69}" dt="2026-10-14T19:00:35.474" v="695" actId="1076"/>
          <ac:spMkLst>
            <pc:docMk/>
            <pc:sldMk cId="1942524546" sldId="286"/>
            <ac:spMk id="5" creationId="{8E7BFC96-0E4B-6DCB-1624-905EE7AAF96C}"/>
          </ac:spMkLst>
        </pc:spChg>
        <pc:spChg chg="mod">
          <ac:chgData name="Dmitrij Tchervonisjenko" userId="0d35f27d-0d90-48cf-8461-2ca19c47f0a7" providerId="ADAL" clId="{9D147759-4407-43BE-A931-95557BDDAE69}" dt="2026-10-14T18:58:35.595" v="665" actId="20577"/>
          <ac:spMkLst>
            <pc:docMk/>
            <pc:sldMk cId="1942524546" sldId="286"/>
            <ac:spMk id="10" creationId="{E6CBF5ED-1885-951D-A339-7E96F2F02C68}"/>
          </ac:spMkLst>
        </pc:spChg>
      </pc:sldChg>
      <pc:sldChg chg="addSp delSp modSp new mod modClrScheme chgLayout modNotesTx">
        <pc:chgData name="Dmitrij Tchervonisjenko" userId="0d35f27d-0d90-48cf-8461-2ca19c47f0a7" providerId="ADAL" clId="{9D147759-4407-43BE-A931-95557BDDAE69}" dt="2026-10-14T19:39:48.942" v="1069" actId="20577"/>
        <pc:sldMkLst>
          <pc:docMk/>
          <pc:sldMk cId="1680159314" sldId="287"/>
        </pc:sldMkLst>
        <pc:spChg chg="del">
          <ac:chgData name="Dmitrij Tchervonisjenko" userId="0d35f27d-0d90-48cf-8461-2ca19c47f0a7" providerId="ADAL" clId="{9D147759-4407-43BE-A931-95557BDDAE69}" dt="2026-10-14T17:40:37.388" v="238" actId="700"/>
          <ac:spMkLst>
            <pc:docMk/>
            <pc:sldMk cId="1680159314" sldId="287"/>
            <ac:spMk id="2" creationId="{014FF5FA-A6FC-CD83-7B1C-4385BB3E64C6}"/>
          </ac:spMkLst>
        </pc:spChg>
        <pc:spChg chg="del">
          <ac:chgData name="Dmitrij Tchervonisjenko" userId="0d35f27d-0d90-48cf-8461-2ca19c47f0a7" providerId="ADAL" clId="{9D147759-4407-43BE-A931-95557BDDAE69}" dt="2026-10-14T17:40:37.388" v="238" actId="700"/>
          <ac:spMkLst>
            <pc:docMk/>
            <pc:sldMk cId="1680159314" sldId="287"/>
            <ac:spMk id="3" creationId="{5853E12B-FB3B-D6EA-B718-91057083A028}"/>
          </ac:spMkLst>
        </pc:spChg>
        <pc:spChg chg="add del mod">
          <ac:chgData name="Dmitrij Tchervonisjenko" userId="0d35f27d-0d90-48cf-8461-2ca19c47f0a7" providerId="ADAL" clId="{9D147759-4407-43BE-A931-95557BDDAE69}" dt="2026-10-14T17:45:17.126" v="285" actId="26606"/>
          <ac:spMkLst>
            <pc:docMk/>
            <pc:sldMk cId="1680159314" sldId="287"/>
            <ac:spMk id="6" creationId="{35F62071-56B2-48EE-0C79-5D74416DCA4E}"/>
          </ac:spMkLst>
        </pc:spChg>
        <pc:spChg chg="add mod">
          <ac:chgData name="Dmitrij Tchervonisjenko" userId="0d35f27d-0d90-48cf-8461-2ca19c47f0a7" providerId="ADAL" clId="{9D147759-4407-43BE-A931-95557BDDAE69}" dt="2026-10-14T18:17:18.128" v="364" actId="1076"/>
          <ac:spMkLst>
            <pc:docMk/>
            <pc:sldMk cId="1680159314" sldId="287"/>
            <ac:spMk id="8" creationId="{9AA16612-59CA-A4B2-99E3-5610400C00F7}"/>
          </ac:spMkLst>
        </pc:spChg>
        <pc:picChg chg="add mod">
          <ac:chgData name="Dmitrij Tchervonisjenko" userId="0d35f27d-0d90-48cf-8461-2ca19c47f0a7" providerId="ADAL" clId="{9D147759-4407-43BE-A931-95557BDDAE69}" dt="2026-10-14T18:17:15.516" v="363" actId="1076"/>
          <ac:picMkLst>
            <pc:docMk/>
            <pc:sldMk cId="1680159314" sldId="287"/>
            <ac:picMk id="5" creationId="{F9DBDE3C-1987-6C02-7171-1EAF3E9C2291}"/>
          </ac:picMkLst>
        </pc:picChg>
      </pc:sldChg>
      <pc:sldChg chg="addSp delSp modSp add mod modNotesTx">
        <pc:chgData name="Dmitrij Tchervonisjenko" userId="0d35f27d-0d90-48cf-8461-2ca19c47f0a7" providerId="ADAL" clId="{9D147759-4407-43BE-A931-95557BDDAE69}" dt="2026-10-14T19:58:23.782" v="1177" actId="20577"/>
        <pc:sldMkLst>
          <pc:docMk/>
          <pc:sldMk cId="3126931501" sldId="288"/>
        </pc:sldMkLst>
        <pc:spChg chg="del mod">
          <ac:chgData name="Dmitrij Tchervonisjenko" userId="0d35f27d-0d90-48cf-8461-2ca19c47f0a7" providerId="ADAL" clId="{9D147759-4407-43BE-A931-95557BDDAE69}" dt="2026-10-14T19:56:29.786" v="1157" actId="478"/>
          <ac:spMkLst>
            <pc:docMk/>
            <pc:sldMk cId="3126931501" sldId="288"/>
            <ac:spMk id="3" creationId="{9BF70BA2-D630-9F91-9784-9CD89BFEE210}"/>
          </ac:spMkLst>
        </pc:spChg>
        <pc:spChg chg="add mod">
          <ac:chgData name="Dmitrij Tchervonisjenko" userId="0d35f27d-0d90-48cf-8461-2ca19c47f0a7" providerId="ADAL" clId="{9D147759-4407-43BE-A931-95557BDDAE69}" dt="2026-10-14T19:57:12.035" v="1170" actId="20577"/>
          <ac:spMkLst>
            <pc:docMk/>
            <pc:sldMk cId="3126931501" sldId="288"/>
            <ac:spMk id="4" creationId="{E80E9605-1921-5D8D-88F2-809E3294AF68}"/>
          </ac:spMkLst>
        </pc:spChg>
        <pc:spChg chg="mod">
          <ac:chgData name="Dmitrij Tchervonisjenko" userId="0d35f27d-0d90-48cf-8461-2ca19c47f0a7" providerId="ADAL" clId="{9D147759-4407-43BE-A931-95557BDDAE69}" dt="2026-10-14T16:50:44.054" v="84" actId="20577"/>
          <ac:spMkLst>
            <pc:docMk/>
            <pc:sldMk cId="3126931501" sldId="288"/>
            <ac:spMk id="5" creationId="{F1D31D2C-692E-6CE6-0FA2-23EDD9EA50CF}"/>
          </ac:spMkLst>
        </pc:spChg>
        <pc:picChg chg="add del">
          <ac:chgData name="Dmitrij Tchervonisjenko" userId="0d35f27d-0d90-48cf-8461-2ca19c47f0a7" providerId="ADAL" clId="{9D147759-4407-43BE-A931-95557BDDAE69}" dt="2026-10-14T16:51:22.641" v="90" actId="22"/>
          <ac:picMkLst>
            <pc:docMk/>
            <pc:sldMk cId="3126931501" sldId="288"/>
            <ac:picMk id="4" creationId="{5173D0CE-9305-5A78-268B-B80252C6A1C4}"/>
          </ac:picMkLst>
        </pc:picChg>
        <pc:picChg chg="mod">
          <ac:chgData name="Dmitrij Tchervonisjenko" userId="0d35f27d-0d90-48cf-8461-2ca19c47f0a7" providerId="ADAL" clId="{9D147759-4407-43BE-A931-95557BDDAE69}" dt="2026-10-14T16:51:06.558" v="86" actId="1076"/>
          <ac:picMkLst>
            <pc:docMk/>
            <pc:sldMk cId="3126931501" sldId="288"/>
            <ac:picMk id="8" creationId="{6E3E22A8-15D6-B185-13C1-B3F7D89737AC}"/>
          </ac:picMkLst>
        </pc:picChg>
      </pc:sldChg>
      <pc:sldChg chg="addSp delSp modSp add mod modNotesTx">
        <pc:chgData name="Dmitrij Tchervonisjenko" userId="0d35f27d-0d90-48cf-8461-2ca19c47f0a7" providerId="ADAL" clId="{9D147759-4407-43BE-A931-95557BDDAE69}" dt="2026-10-14T20:04:26.563" v="1231" actId="20577"/>
        <pc:sldMkLst>
          <pc:docMk/>
          <pc:sldMk cId="2742180729" sldId="289"/>
        </pc:sldMkLst>
        <pc:spChg chg="mod">
          <ac:chgData name="Dmitrij Tchervonisjenko" userId="0d35f27d-0d90-48cf-8461-2ca19c47f0a7" providerId="ADAL" clId="{9D147759-4407-43BE-A931-95557BDDAE69}" dt="2026-10-14T16:52:56.620" v="99" actId="1076"/>
          <ac:spMkLst>
            <pc:docMk/>
            <pc:sldMk cId="2742180729" sldId="289"/>
            <ac:spMk id="2" creationId="{D5D9895A-4099-0789-22F3-2045A71D7D38}"/>
          </ac:spMkLst>
        </pc:spChg>
        <pc:spChg chg="mod">
          <ac:chgData name="Dmitrij Tchervonisjenko" userId="0d35f27d-0d90-48cf-8461-2ca19c47f0a7" providerId="ADAL" clId="{9D147759-4407-43BE-A931-95557BDDAE69}" dt="2026-10-14T16:58:17.060" v="142" actId="1076"/>
          <ac:spMkLst>
            <pc:docMk/>
            <pc:sldMk cId="2742180729" sldId="289"/>
            <ac:spMk id="4" creationId="{B2D6E5B1-A8A7-5BC2-14EA-B362A13B4DB1}"/>
          </ac:spMkLst>
        </pc:spChg>
        <pc:picChg chg="add del mod">
          <ac:chgData name="Dmitrij Tchervonisjenko" userId="0d35f27d-0d90-48cf-8461-2ca19c47f0a7" providerId="ADAL" clId="{9D147759-4407-43BE-A931-95557BDDAE69}" dt="2026-10-14T16:57:29.867" v="135" actId="478"/>
          <ac:picMkLst>
            <pc:docMk/>
            <pc:sldMk cId="2742180729" sldId="289"/>
            <ac:picMk id="3" creationId="{0D6FB877-726C-F687-7AA8-6077BE4C1412}"/>
          </ac:picMkLst>
        </pc:picChg>
        <pc:picChg chg="add mod">
          <ac:chgData name="Dmitrij Tchervonisjenko" userId="0d35f27d-0d90-48cf-8461-2ca19c47f0a7" providerId="ADAL" clId="{9D147759-4407-43BE-A931-95557BDDAE69}" dt="2026-10-14T16:58:26.082" v="144" actId="1440"/>
          <ac:picMkLst>
            <pc:docMk/>
            <pc:sldMk cId="2742180729" sldId="289"/>
            <ac:picMk id="6" creationId="{EEA2B3EA-8A6C-FC52-2902-56D6C6C9D954}"/>
          </ac:picMkLst>
        </pc:picChg>
      </pc:sldChg>
      <pc:sldChg chg="addSp delSp modSp add mod ord modNotesTx">
        <pc:chgData name="Dmitrij Tchervonisjenko" userId="0d35f27d-0d90-48cf-8461-2ca19c47f0a7" providerId="ADAL" clId="{9D147759-4407-43BE-A931-95557BDDAE69}" dt="2026-10-14T19:36:05.232" v="996" actId="20577"/>
        <pc:sldMkLst>
          <pc:docMk/>
          <pc:sldMk cId="469711933" sldId="290"/>
        </pc:sldMkLst>
        <pc:picChg chg="del">
          <ac:chgData name="Dmitrij Tchervonisjenko" userId="0d35f27d-0d90-48cf-8461-2ca19c47f0a7" providerId="ADAL" clId="{9D147759-4407-43BE-A931-95557BDDAE69}" dt="2026-10-14T16:58:46.776" v="148" actId="478"/>
          <ac:picMkLst>
            <pc:docMk/>
            <pc:sldMk cId="469711933" sldId="290"/>
            <ac:picMk id="5" creationId="{4B9F933B-7BD6-29DF-743A-51011B5B1EEE}"/>
          </ac:picMkLst>
        </pc:picChg>
        <pc:picChg chg="add mod">
          <ac:chgData name="Dmitrij Tchervonisjenko" userId="0d35f27d-0d90-48cf-8461-2ca19c47f0a7" providerId="ADAL" clId="{9D147759-4407-43BE-A931-95557BDDAE69}" dt="2026-10-14T16:58:51.873" v="150" actId="1076"/>
          <ac:picMkLst>
            <pc:docMk/>
            <pc:sldMk cId="469711933" sldId="290"/>
            <ac:picMk id="7" creationId="{64A0E6E8-21B4-2135-8FC2-71735F9D7370}"/>
          </ac:picMkLst>
        </pc:picChg>
      </pc:sldChg>
      <pc:sldChg chg="addSp delSp modSp add mod ord modNotesTx">
        <pc:chgData name="Dmitrij Tchervonisjenko" userId="0d35f27d-0d90-48cf-8461-2ca19c47f0a7" providerId="ADAL" clId="{9D147759-4407-43BE-A931-95557BDDAE69}" dt="2026-10-14T20:11:19.548" v="1244" actId="20577"/>
        <pc:sldMkLst>
          <pc:docMk/>
          <pc:sldMk cId="444735258" sldId="291"/>
        </pc:sldMkLst>
        <pc:spChg chg="mod">
          <ac:chgData name="Dmitrij Tchervonisjenko" userId="0d35f27d-0d90-48cf-8461-2ca19c47f0a7" providerId="ADAL" clId="{9D147759-4407-43BE-A931-95557BDDAE69}" dt="2026-10-14T18:56:21.907" v="652" actId="1076"/>
          <ac:spMkLst>
            <pc:docMk/>
            <pc:sldMk cId="444735258" sldId="291"/>
            <ac:spMk id="4" creationId="{3DE257E5-D040-5B02-67F9-EF29DEB19420}"/>
          </ac:spMkLst>
        </pc:spChg>
        <pc:spChg chg="add mod">
          <ac:chgData name="Dmitrij Tchervonisjenko" userId="0d35f27d-0d90-48cf-8461-2ca19c47f0a7" providerId="ADAL" clId="{9D147759-4407-43BE-A931-95557BDDAE69}" dt="2026-10-14T18:56:26.564" v="653" actId="1076"/>
          <ac:spMkLst>
            <pc:docMk/>
            <pc:sldMk cId="444735258" sldId="291"/>
            <ac:spMk id="7" creationId="{552443C5-2914-5160-3CC6-3C9D36E4DFE4}"/>
          </ac:spMkLst>
        </pc:spChg>
        <pc:picChg chg="add mod">
          <ac:chgData name="Dmitrij Tchervonisjenko" userId="0d35f27d-0d90-48cf-8461-2ca19c47f0a7" providerId="ADAL" clId="{9D147759-4407-43BE-A931-95557BDDAE69}" dt="2026-10-14T17:02:56.792" v="179" actId="1076"/>
          <ac:picMkLst>
            <pc:docMk/>
            <pc:sldMk cId="444735258" sldId="291"/>
            <ac:picMk id="3" creationId="{0E98737E-70F1-3D82-6A80-28FAC17C47F5}"/>
          </ac:picMkLst>
        </pc:picChg>
        <pc:picChg chg="del">
          <ac:chgData name="Dmitrij Tchervonisjenko" userId="0d35f27d-0d90-48cf-8461-2ca19c47f0a7" providerId="ADAL" clId="{9D147759-4407-43BE-A931-95557BDDAE69}" dt="2026-10-14T17:02:25.165" v="167" actId="478"/>
          <ac:picMkLst>
            <pc:docMk/>
            <pc:sldMk cId="444735258" sldId="291"/>
            <ac:picMk id="6" creationId="{57EB7095-192E-97A4-794F-0E19B6607FC0}"/>
          </ac:picMkLst>
        </pc:picChg>
      </pc:sldChg>
      <pc:sldChg chg="addSp delSp modSp add mod ord modNotesTx">
        <pc:chgData name="Dmitrij Tchervonisjenko" userId="0d35f27d-0d90-48cf-8461-2ca19c47f0a7" providerId="ADAL" clId="{9D147759-4407-43BE-A931-95557BDDAE69}" dt="2026-10-14T19:31:45.033" v="939" actId="1076"/>
        <pc:sldMkLst>
          <pc:docMk/>
          <pc:sldMk cId="1774616609" sldId="292"/>
        </pc:sldMkLst>
        <pc:spChg chg="mod">
          <ac:chgData name="Dmitrij Tchervonisjenko" userId="0d35f27d-0d90-48cf-8461-2ca19c47f0a7" providerId="ADAL" clId="{9D147759-4407-43BE-A931-95557BDDAE69}" dt="2026-10-14T19:31:45.033" v="939" actId="1076"/>
          <ac:spMkLst>
            <pc:docMk/>
            <pc:sldMk cId="1774616609" sldId="292"/>
            <ac:spMk id="5" creationId="{FBAFC990-87EF-EEEA-631F-D8A9ED76F007}"/>
          </ac:spMkLst>
        </pc:spChg>
        <pc:spChg chg="mod">
          <ac:chgData name="Dmitrij Tchervonisjenko" userId="0d35f27d-0d90-48cf-8461-2ca19c47f0a7" providerId="ADAL" clId="{9D147759-4407-43BE-A931-95557BDDAE69}" dt="2026-10-14T19:28:09.336" v="899"/>
          <ac:spMkLst>
            <pc:docMk/>
            <pc:sldMk cId="1774616609" sldId="292"/>
            <ac:spMk id="10" creationId="{6E86936C-53DF-C417-5D5E-670AFACCE89C}"/>
          </ac:spMkLst>
        </pc:spChg>
        <pc:picChg chg="add mod">
          <ac:chgData name="Dmitrij Tchervonisjenko" userId="0d35f27d-0d90-48cf-8461-2ca19c47f0a7" providerId="ADAL" clId="{9D147759-4407-43BE-A931-95557BDDAE69}" dt="2026-10-14T19:30:11.687" v="920" actId="1440"/>
          <ac:picMkLst>
            <pc:docMk/>
            <pc:sldMk cId="1774616609" sldId="292"/>
            <ac:picMk id="4" creationId="{ABBBC8C9-347E-6BDB-9692-CFB8445BFE5B}"/>
          </ac:picMkLst>
        </pc:picChg>
        <pc:picChg chg="del">
          <ac:chgData name="Dmitrij Tchervonisjenko" userId="0d35f27d-0d90-48cf-8461-2ca19c47f0a7" providerId="ADAL" clId="{9D147759-4407-43BE-A931-95557BDDAE69}" dt="2026-10-14T19:28:18.609" v="900" actId="478"/>
          <ac:picMkLst>
            <pc:docMk/>
            <pc:sldMk cId="1774616609" sldId="292"/>
            <ac:picMk id="7" creationId="{113338BE-D103-E8AA-7D8A-E4BB2C290E52}"/>
          </ac:picMkLst>
        </pc:picChg>
      </pc:sldChg>
      <pc:sldChg chg="delSp modSp add mod ord modNotesTx">
        <pc:chgData name="Dmitrij Tchervonisjenko" userId="0d35f27d-0d90-48cf-8461-2ca19c47f0a7" providerId="ADAL" clId="{9D147759-4407-43BE-A931-95557BDDAE69}" dt="2026-10-14T19:41:12.947" v="1078" actId="20577"/>
        <pc:sldMkLst>
          <pc:docMk/>
          <pc:sldMk cId="1262697709" sldId="293"/>
        </pc:sldMkLst>
        <pc:spChg chg="mod">
          <ac:chgData name="Dmitrij Tchervonisjenko" userId="0d35f27d-0d90-48cf-8461-2ca19c47f0a7" providerId="ADAL" clId="{9D147759-4407-43BE-A931-95557BDDAE69}" dt="2026-10-14T19:34:19.621" v="958" actId="1076"/>
          <ac:spMkLst>
            <pc:docMk/>
            <pc:sldMk cId="1262697709" sldId="293"/>
            <ac:spMk id="5" creationId="{77C84B9C-5462-6987-BAAF-DBF151DCEB5F}"/>
          </ac:spMkLst>
        </pc:spChg>
        <pc:spChg chg="mod">
          <ac:chgData name="Dmitrij Tchervonisjenko" userId="0d35f27d-0d90-48cf-8461-2ca19c47f0a7" providerId="ADAL" clId="{9D147759-4407-43BE-A931-95557BDDAE69}" dt="2026-10-14T19:32:41.845" v="945" actId="404"/>
          <ac:spMkLst>
            <pc:docMk/>
            <pc:sldMk cId="1262697709" sldId="293"/>
            <ac:spMk id="10" creationId="{ABD61F4B-BC9A-E23C-BBD4-B11D74C7D1FD}"/>
          </ac:spMkLst>
        </pc:spChg>
        <pc:picChg chg="del">
          <ac:chgData name="Dmitrij Tchervonisjenko" userId="0d35f27d-0d90-48cf-8461-2ca19c47f0a7" providerId="ADAL" clId="{9D147759-4407-43BE-A931-95557BDDAE69}" dt="2026-10-14T19:32:45.590" v="946" actId="478"/>
          <ac:picMkLst>
            <pc:docMk/>
            <pc:sldMk cId="1262697709" sldId="293"/>
            <ac:picMk id="7" creationId="{F33084FD-F12C-6A36-FB3F-722E625DDD1F}"/>
          </ac:picMkLst>
        </pc:picChg>
      </pc:sldChg>
    </pc:docChg>
  </pc:docChgLst>
  <pc:docChgLst>
    <pc:chgData name="Dmitrij Tchervonisjenko" userId="S::r1058442@student.thomasmore.be::0d35f27d-0d90-48cf-8461-2ca19c47f0a7" providerId="AD" clId="Web-{909B7539-7C6E-9017-0825-00B73F559768}"/>
    <pc:docChg chg="addSld modSld sldOrd">
      <pc:chgData name="Dmitrij Tchervonisjenko" userId="S::r1058442@student.thomasmore.be::0d35f27d-0d90-48cf-8461-2ca19c47f0a7" providerId="AD" clId="Web-{909B7539-7C6E-9017-0825-00B73F559768}" dt="2026-10-09T09:06:07.209" v="45" actId="1076"/>
      <pc:docMkLst>
        <pc:docMk/>
      </pc:docMkLst>
      <pc:sldChg chg="delSp modSp">
        <pc:chgData name="Dmitrij Tchervonisjenko" userId="S::r1058442@student.thomasmore.be::0d35f27d-0d90-48cf-8461-2ca19c47f0a7" providerId="AD" clId="Web-{909B7539-7C6E-9017-0825-00B73F559768}" dt="2026-10-09T09:06:07.209" v="45" actId="1076"/>
        <pc:sldMkLst>
          <pc:docMk/>
          <pc:sldMk cId="109857222" sldId="256"/>
        </pc:sldMkLst>
        <pc:spChg chg="mod">
          <ac:chgData name="Dmitrij Tchervonisjenko" userId="S::r1058442@student.thomasmore.be::0d35f27d-0d90-48cf-8461-2ca19c47f0a7" providerId="AD" clId="Web-{909B7539-7C6E-9017-0825-00B73F559768}" dt="2026-10-09T09:06:07.209" v="45" actId="107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mitrij Tchervonisjenko" userId="S::r1058442@student.thomasmore.be::0d35f27d-0d90-48cf-8461-2ca19c47f0a7" providerId="AD" clId="Web-{909B7539-7C6E-9017-0825-00B73F559768}" dt="2026-10-09T09:01:49.246" v="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add ord replId">
        <pc:chgData name="Dmitrij Tchervonisjenko" userId="S::r1058442@student.thomasmore.be::0d35f27d-0d90-48cf-8461-2ca19c47f0a7" providerId="AD" clId="Web-{909B7539-7C6E-9017-0825-00B73F559768}" dt="2026-10-09T09:06:05.225" v="44"/>
        <pc:sldMkLst>
          <pc:docMk/>
          <pc:sldMk cId="2000137539" sldId="273"/>
        </pc:sldMkLst>
        <pc:spChg chg="add mod">
          <ac:chgData name="Dmitrij Tchervonisjenko" userId="S::r1058442@student.thomasmore.be::0d35f27d-0d90-48cf-8461-2ca19c47f0a7" providerId="AD" clId="Web-{909B7539-7C6E-9017-0825-00B73F559768}" dt="2026-10-09T09:04:07.064" v="19" actId="14100"/>
          <ac:spMkLst>
            <pc:docMk/>
            <pc:sldMk cId="2000137539" sldId="273"/>
            <ac:spMk id="5" creationId="{2B1C3FE0-5895-8884-2D5A-EA445C365F76}"/>
          </ac:spMkLst>
        </pc:spChg>
        <pc:picChg chg="add del mod">
          <ac:chgData name="Dmitrij Tchervonisjenko" userId="S::r1058442@student.thomasmore.be::0d35f27d-0d90-48cf-8461-2ca19c47f0a7" providerId="AD" clId="Web-{909B7539-7C6E-9017-0825-00B73F559768}" dt="2026-10-09T09:05:56.599" v="43"/>
          <ac:picMkLst>
            <pc:docMk/>
            <pc:sldMk cId="2000137539" sldId="273"/>
            <ac:picMk id="8" creationId="{242A69D7-3B29-1A37-F18C-A2A888744DE6}"/>
          </ac:picMkLst>
        </pc:picChg>
      </pc:sldChg>
    </pc:docChg>
  </pc:docChgLst>
  <pc:docChgLst>
    <pc:chgData name="Dmitrij Tchervonisjenko" userId="S::r1058442@student.thomasmore.be::0d35f27d-0d90-48cf-8461-2ca19c47f0a7" providerId="AD" clId="Web-{520AC540-1270-BD13-9D66-AEBF168B3714}"/>
    <pc:docChg chg="addSld modSld sldOrd">
      <pc:chgData name="Dmitrij Tchervonisjenko" userId="S::r1058442@student.thomasmore.be::0d35f27d-0d90-48cf-8461-2ca19c47f0a7" providerId="AD" clId="Web-{520AC540-1270-BD13-9D66-AEBF168B3714}" dt="2026-10-09T13:12:21.630" v="278"/>
      <pc:docMkLst>
        <pc:docMk/>
      </pc:docMkLst>
      <pc:sldChg chg="modNotes">
        <pc:chgData name="Dmitrij Tchervonisjenko" userId="S::r1058442@student.thomasmore.be::0d35f27d-0d90-48cf-8461-2ca19c47f0a7" providerId="AD" clId="Web-{520AC540-1270-BD13-9D66-AEBF168B3714}" dt="2026-10-09T12:51:27.959" v="52"/>
        <pc:sldMkLst>
          <pc:docMk/>
          <pc:sldMk cId="109857222" sldId="256"/>
        </pc:sldMkLst>
      </pc:sldChg>
      <pc:sldChg chg="addSp modSp modNotes">
        <pc:chgData name="Dmitrij Tchervonisjenko" userId="S::r1058442@student.thomasmore.be::0d35f27d-0d90-48cf-8461-2ca19c47f0a7" providerId="AD" clId="Web-{520AC540-1270-BD13-9D66-AEBF168B3714}" dt="2026-10-09T12:53:26.698" v="56"/>
        <pc:sldMkLst>
          <pc:docMk/>
          <pc:sldMk cId="654473899" sldId="258"/>
        </pc:sldMkLst>
        <pc:spChg chg="add mod">
          <ac:chgData name="Dmitrij Tchervonisjenko" userId="S::r1058442@student.thomasmore.be::0d35f27d-0d90-48cf-8461-2ca19c47f0a7" providerId="AD" clId="Web-{520AC540-1270-BD13-9D66-AEBF168B3714}" dt="2026-10-09T12:51:50.929" v="54" actId="20577"/>
          <ac:spMkLst>
            <pc:docMk/>
            <pc:sldMk cId="654473899" sldId="258"/>
            <ac:spMk id="5" creationId="{A616CF06-53AD-6138-DF8A-669E67B0D25C}"/>
          </ac:spMkLst>
        </pc:spChg>
      </pc:sldChg>
      <pc:sldChg chg="modSp modNotes">
        <pc:chgData name="Dmitrij Tchervonisjenko" userId="S::r1058442@student.thomasmore.be::0d35f27d-0d90-48cf-8461-2ca19c47f0a7" providerId="AD" clId="Web-{520AC540-1270-BD13-9D66-AEBF168B3714}" dt="2026-10-09T12:57:43.989" v="99"/>
        <pc:sldMkLst>
          <pc:docMk/>
          <pc:sldMk cId="3249747993" sldId="260"/>
        </pc:sldMkLst>
      </pc:sldChg>
      <pc:sldChg chg="addSp delSp modSp modNotes">
        <pc:chgData name="Dmitrij Tchervonisjenko" userId="S::r1058442@student.thomasmore.be::0d35f27d-0d90-48cf-8461-2ca19c47f0a7" providerId="AD" clId="Web-{520AC540-1270-BD13-9D66-AEBF168B3714}" dt="2026-10-09T13:10:58.314" v="259"/>
        <pc:sldMkLst>
          <pc:docMk/>
          <pc:sldMk cId="2586976309" sldId="264"/>
        </pc:sldMkLst>
      </pc:sldChg>
      <pc:sldChg chg="addSp modSp modNotes">
        <pc:chgData name="Dmitrij Tchervonisjenko" userId="S::r1058442@student.thomasmore.be::0d35f27d-0d90-48cf-8461-2ca19c47f0a7" providerId="AD" clId="Web-{520AC540-1270-BD13-9D66-AEBF168B3714}" dt="2026-10-09T13:11:21.393" v="264"/>
        <pc:sldMkLst>
          <pc:docMk/>
          <pc:sldMk cId="529173759" sldId="265"/>
        </pc:sldMkLst>
      </pc:sldChg>
      <pc:sldChg chg="addSp modSp modNotes">
        <pc:chgData name="Dmitrij Tchervonisjenko" userId="S::r1058442@student.thomasmore.be::0d35f27d-0d90-48cf-8461-2ca19c47f0a7" providerId="AD" clId="Web-{520AC540-1270-BD13-9D66-AEBF168B3714}" dt="2026-10-09T12:59:04.508" v="116"/>
        <pc:sldMkLst>
          <pc:docMk/>
          <pc:sldMk cId="4010030820" sldId="267"/>
        </pc:sldMkLst>
      </pc:sldChg>
      <pc:sldChg chg="modSp modNotes">
        <pc:chgData name="Dmitrij Tchervonisjenko" userId="S::r1058442@student.thomasmore.be::0d35f27d-0d90-48cf-8461-2ca19c47f0a7" providerId="AD" clId="Web-{520AC540-1270-BD13-9D66-AEBF168B3714}" dt="2026-10-09T13:02:00.311" v="161"/>
        <pc:sldMkLst>
          <pc:docMk/>
          <pc:sldMk cId="3019741855" sldId="269"/>
        </pc:sldMkLst>
      </pc:sldChg>
      <pc:sldChg chg="addSp delSp modSp modNotes">
        <pc:chgData name="Dmitrij Tchervonisjenko" userId="S::r1058442@student.thomasmore.be::0d35f27d-0d90-48cf-8461-2ca19c47f0a7" providerId="AD" clId="Web-{520AC540-1270-BD13-9D66-AEBF168B3714}" dt="2026-10-09T12:57:08.925" v="96"/>
        <pc:sldMkLst>
          <pc:docMk/>
          <pc:sldMk cId="829552726" sldId="270"/>
        </pc:sldMkLst>
      </pc:sldChg>
      <pc:sldChg chg="addSp delSp modSp modNotes">
        <pc:chgData name="Dmitrij Tchervonisjenko" userId="S::r1058442@student.thomasmore.be::0d35f27d-0d90-48cf-8461-2ca19c47f0a7" providerId="AD" clId="Web-{520AC540-1270-BD13-9D66-AEBF168B3714}" dt="2026-10-09T12:50:45.817" v="50"/>
        <pc:sldMkLst>
          <pc:docMk/>
          <pc:sldMk cId="2000137539" sldId="273"/>
        </pc:sldMkLst>
        <pc:picChg chg="add mod">
          <ac:chgData name="Dmitrij Tchervonisjenko" userId="S::r1058442@student.thomasmore.be::0d35f27d-0d90-48cf-8461-2ca19c47f0a7" providerId="AD" clId="Web-{520AC540-1270-BD13-9D66-AEBF168B3714}" dt="2026-10-09T12:34:08.436" v="20" actId="1076"/>
          <ac:picMkLst>
            <pc:docMk/>
            <pc:sldMk cId="2000137539" sldId="273"/>
            <ac:picMk id="2" creationId="{5FF9FEC9-6AA6-8BA0-C5C4-DDC517A72707}"/>
          </ac:picMkLst>
        </pc:picChg>
      </pc:sldChg>
      <pc:sldChg chg="addSp delSp modSp modNotes">
        <pc:chgData name="Dmitrij Tchervonisjenko" userId="S::r1058442@student.thomasmore.be::0d35f27d-0d90-48cf-8461-2ca19c47f0a7" providerId="AD" clId="Web-{520AC540-1270-BD13-9D66-AEBF168B3714}" dt="2026-10-09T12:54:10.387" v="65"/>
        <pc:sldMkLst>
          <pc:docMk/>
          <pc:sldMk cId="3952573604" sldId="274"/>
        </pc:sldMkLst>
      </pc:sldChg>
      <pc:sldChg chg="addSp modSp modNotes">
        <pc:chgData name="Dmitrij Tchervonisjenko" userId="S::r1058442@student.thomasmore.be::0d35f27d-0d90-48cf-8461-2ca19c47f0a7" providerId="AD" clId="Web-{520AC540-1270-BD13-9D66-AEBF168B3714}" dt="2026-10-09T12:54:49.138" v="77"/>
        <pc:sldMkLst>
          <pc:docMk/>
          <pc:sldMk cId="3938891634" sldId="275"/>
        </pc:sldMkLst>
      </pc:sldChg>
      <pc:sldChg chg="addSp modSp modNotes">
        <pc:chgData name="Dmitrij Tchervonisjenko" userId="S::r1058442@student.thomasmore.be::0d35f27d-0d90-48cf-8461-2ca19c47f0a7" providerId="AD" clId="Web-{520AC540-1270-BD13-9D66-AEBF168B3714}" dt="2026-10-09T12:59:38.040" v="121"/>
        <pc:sldMkLst>
          <pc:docMk/>
          <pc:sldMk cId="2299036286" sldId="277"/>
        </pc:sldMkLst>
      </pc:sldChg>
      <pc:sldChg chg="modSp modNotes">
        <pc:chgData name="Dmitrij Tchervonisjenko" userId="S::r1058442@student.thomasmore.be::0d35f27d-0d90-48cf-8461-2ca19c47f0a7" providerId="AD" clId="Web-{520AC540-1270-BD13-9D66-AEBF168B3714}" dt="2026-10-09T13:03:44.659" v="185"/>
        <pc:sldMkLst>
          <pc:docMk/>
          <pc:sldMk cId="3950524141" sldId="280"/>
        </pc:sldMkLst>
      </pc:sldChg>
      <pc:sldChg chg="modSp modNotes">
        <pc:chgData name="Dmitrij Tchervonisjenko" userId="S::r1058442@student.thomasmore.be::0d35f27d-0d90-48cf-8461-2ca19c47f0a7" providerId="AD" clId="Web-{520AC540-1270-BD13-9D66-AEBF168B3714}" dt="2026-10-09T13:04:16.035" v="190"/>
        <pc:sldMkLst>
          <pc:docMk/>
          <pc:sldMk cId="4166465047" sldId="281"/>
        </pc:sldMkLst>
      </pc:sldChg>
      <pc:sldChg chg="modSp modNotes">
        <pc:chgData name="Dmitrij Tchervonisjenko" userId="S::r1058442@student.thomasmore.be::0d35f27d-0d90-48cf-8461-2ca19c47f0a7" providerId="AD" clId="Web-{520AC540-1270-BD13-9D66-AEBF168B3714}" dt="2026-10-09T13:05:59.632" v="204"/>
        <pc:sldMkLst>
          <pc:docMk/>
          <pc:sldMk cId="2117885770" sldId="283"/>
        </pc:sldMkLst>
      </pc:sldChg>
      <pc:sldChg chg="modSp modNotes">
        <pc:chgData name="Dmitrij Tchervonisjenko" userId="S::r1058442@student.thomasmore.be::0d35f27d-0d90-48cf-8461-2ca19c47f0a7" providerId="AD" clId="Web-{520AC540-1270-BD13-9D66-AEBF168B3714}" dt="2026-10-09T13:06:43.556" v="211"/>
        <pc:sldMkLst>
          <pc:docMk/>
          <pc:sldMk cId="114862852" sldId="284"/>
        </pc:sldMkLst>
      </pc:sldChg>
      <pc:sldChg chg="modSp modNotes">
        <pc:chgData name="Dmitrij Tchervonisjenko" userId="S::r1058442@student.thomasmore.be::0d35f27d-0d90-48cf-8461-2ca19c47f0a7" providerId="AD" clId="Web-{520AC540-1270-BD13-9D66-AEBF168B3714}" dt="2026-10-09T13:07:14.994" v="216"/>
        <pc:sldMkLst>
          <pc:docMk/>
          <pc:sldMk cId="1583453265" sldId="285"/>
        </pc:sldMkLst>
      </pc:sldChg>
      <pc:sldChg chg="addSp delSp modSp add ord replId modNotes">
        <pc:chgData name="Dmitrij Tchervonisjenko" userId="S::r1058442@student.thomasmore.be::0d35f27d-0d90-48cf-8461-2ca19c47f0a7" providerId="AD" clId="Web-{520AC540-1270-BD13-9D66-AEBF168B3714}" dt="2026-10-09T13:03:19.080" v="182"/>
        <pc:sldMkLst>
          <pc:docMk/>
          <pc:sldMk cId="1942524546" sldId="286"/>
        </pc:sldMkLst>
        <pc:picChg chg="add">
          <ac:chgData name="Dmitrij Tchervonisjenko" userId="S::r1058442@student.thomasmore.be::0d35f27d-0d90-48cf-8461-2ca19c47f0a7" providerId="AD" clId="Web-{520AC540-1270-BD13-9D66-AEBF168B3714}" dt="2026-10-09T12:10:47.914" v="13"/>
          <ac:picMkLst>
            <pc:docMk/>
            <pc:sldMk cId="1942524546" sldId="286"/>
            <ac:picMk id="3" creationId="{CA79B3F9-5B52-8726-B50A-D53AF127D45B}"/>
          </ac:picMkLst>
        </pc:picChg>
      </pc:sldChg>
    </pc:docChg>
  </pc:docChgLst>
  <pc:docChgLst>
    <pc:chgData name="Dmitrij Tchervonisjenko" userId="S::r1058442@student.thomasmore.be::0d35f27d-0d90-48cf-8461-2ca19c47f0a7" providerId="AD" clId="Web-{00000000-0000-0000-0000-000000000000}"/>
    <pc:docChg chg="addSld delSld modSld sldOrd">
      <pc:chgData name="Dmitrij Tchervonisjenko" userId="S::r1058442@student.thomasmore.be::0d35f27d-0d90-48cf-8461-2ca19c47f0a7" providerId="AD" clId="Web-{00000000-0000-0000-0000-000000000000}" dt="2026-10-09T10:00:48.359" v="218" actId="1076"/>
      <pc:docMkLst>
        <pc:docMk/>
      </pc:docMkLst>
      <pc:sldChg chg="addSp delSp modSp">
        <pc:chgData name="Dmitrij Tchervonisjenko" userId="S::r1058442@student.thomasmore.be::0d35f27d-0d90-48cf-8461-2ca19c47f0a7" providerId="AD" clId="Web-{00000000-0000-0000-0000-000000000000}" dt="2026-10-09T10:00:48.359" v="218" actId="1076"/>
        <pc:sldMkLst>
          <pc:docMk/>
          <pc:sldMk cId="109857222" sldId="256"/>
        </pc:sldMkLst>
        <pc:spChg chg="mod">
          <ac:chgData name="Dmitrij Tchervonisjenko" userId="S::r1058442@student.thomasmore.be::0d35f27d-0d90-48cf-8461-2ca19c47f0a7" providerId="AD" clId="Web-{00000000-0000-0000-0000-000000000000}" dt="2026-10-09T09:26:40.769" v="63" actId="20577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Dmitrij Tchervonisjenko" userId="S::r1058442@student.thomasmore.be::0d35f27d-0d90-48cf-8461-2ca19c47f0a7" providerId="AD" clId="Web-{00000000-0000-0000-0000-000000000000}" dt="2026-10-09T10:00:48.359" v="218" actId="1076"/>
          <ac:picMkLst>
            <pc:docMk/>
            <pc:sldMk cId="109857222" sldId="256"/>
            <ac:picMk id="5" creationId="{9D5876D8-4D7E-E468-EEA1-F9F4070DC8B9}"/>
          </ac:picMkLst>
        </pc:picChg>
      </pc:sldChg>
      <pc:sldChg chg="modSp ord">
        <pc:chgData name="Dmitrij Tchervonisjenko" userId="S::r1058442@student.thomasmore.be::0d35f27d-0d90-48cf-8461-2ca19c47f0a7" providerId="AD" clId="Web-{00000000-0000-0000-0000-000000000000}" dt="2026-10-09T09:42:54.711" v="91" actId="1076"/>
        <pc:sldMkLst>
          <pc:docMk/>
          <pc:sldMk cId="654473899" sldId="258"/>
        </pc:sldMkLst>
        <pc:spChg chg="mod">
          <ac:chgData name="Dmitrij Tchervonisjenko" userId="S::r1058442@student.thomasmore.be::0d35f27d-0d90-48cf-8461-2ca19c47f0a7" providerId="AD" clId="Web-{00000000-0000-0000-0000-000000000000}" dt="2026-10-09T09:42:54.711" v="91" actId="1076"/>
          <ac:spMkLst>
            <pc:docMk/>
            <pc:sldMk cId="654473899" sldId="258"/>
            <ac:spMk id="2" creationId="{FF4B685E-3BA8-5751-B7E9-C380BFB2D0A3}"/>
          </ac:spMkLst>
        </pc:spChg>
      </pc:sldChg>
      <pc:sldChg chg="modSp ord delAnim">
        <pc:chgData name="Dmitrij Tchervonisjenko" userId="S::r1058442@student.thomasmore.be::0d35f27d-0d90-48cf-8461-2ca19c47f0a7" providerId="AD" clId="Web-{00000000-0000-0000-0000-000000000000}" dt="2026-10-09T09:53:10.984" v="167"/>
        <pc:sldMkLst>
          <pc:docMk/>
          <pc:sldMk cId="2586976309" sldId="264"/>
        </pc:sldMkLst>
      </pc:sldChg>
      <pc:sldChg chg="addSp delSp modSp delAnim">
        <pc:chgData name="Dmitrij Tchervonisjenko" userId="S::r1058442@student.thomasmore.be::0d35f27d-0d90-48cf-8461-2ca19c47f0a7" providerId="AD" clId="Web-{00000000-0000-0000-0000-000000000000}" dt="2026-10-09T09:55:00.394" v="186"/>
        <pc:sldMkLst>
          <pc:docMk/>
          <pc:sldMk cId="529173759" sldId="265"/>
        </pc:sldMkLst>
        <pc:spChg chg="mod">
          <ac:chgData name="Dmitrij Tchervonisjenko" userId="S::r1058442@student.thomasmore.be::0d35f27d-0d90-48cf-8461-2ca19c47f0a7" providerId="AD" clId="Web-{00000000-0000-0000-0000-000000000000}" dt="2026-10-09T09:54:35.878" v="184" actId="20577"/>
          <ac:spMkLst>
            <pc:docMk/>
            <pc:sldMk cId="529173759" sldId="265"/>
            <ac:spMk id="2" creationId="{FB5DC305-6D15-9074-C74B-959B11C317D0}"/>
          </ac:spMkLst>
        </pc:spChg>
      </pc:sldChg>
      <pc:sldChg chg="modSp">
        <pc:chgData name="Dmitrij Tchervonisjenko" userId="S::r1058442@student.thomasmore.be::0d35f27d-0d90-48cf-8461-2ca19c47f0a7" providerId="AD" clId="Web-{00000000-0000-0000-0000-000000000000}" dt="2026-10-09T09:47:37.846" v="112" actId="1076"/>
        <pc:sldMkLst>
          <pc:docMk/>
          <pc:sldMk cId="4010030820" sldId="267"/>
        </pc:sldMkLst>
      </pc:sldChg>
      <pc:sldChg chg="modSp ord">
        <pc:chgData name="Dmitrij Tchervonisjenko" userId="S::r1058442@student.thomasmore.be::0d35f27d-0d90-48cf-8461-2ca19c47f0a7" providerId="AD" clId="Web-{00000000-0000-0000-0000-000000000000}" dt="2026-10-09T09:50:44.963" v="127"/>
        <pc:sldMkLst>
          <pc:docMk/>
          <pc:sldMk cId="3019741855" sldId="269"/>
        </pc:sldMkLst>
        <pc:spChg chg="mod">
          <ac:chgData name="Dmitrij Tchervonisjenko" userId="S::r1058442@student.thomasmore.be::0d35f27d-0d90-48cf-8461-2ca19c47f0a7" providerId="AD" clId="Web-{00000000-0000-0000-0000-000000000000}" dt="2026-10-09T09:48:39.770" v="114" actId="20577"/>
          <ac:spMkLst>
            <pc:docMk/>
            <pc:sldMk cId="3019741855" sldId="269"/>
            <ac:spMk id="2" creationId="{DB6F85FB-32E1-B61C-1960-18C545227EE2}"/>
          </ac:spMkLst>
        </pc:spChg>
      </pc:sldChg>
      <pc:sldChg chg="delAnim">
        <pc:chgData name="Dmitrij Tchervonisjenko" userId="S::r1058442@student.thomasmore.be::0d35f27d-0d90-48cf-8461-2ca19c47f0a7" providerId="AD" clId="Web-{00000000-0000-0000-0000-000000000000}" dt="2026-10-09T09:53:31.672" v="171"/>
        <pc:sldMkLst>
          <pc:docMk/>
          <pc:sldMk cId="829552726" sldId="270"/>
        </pc:sldMkLst>
      </pc:sldChg>
      <pc:sldChg chg="modSp">
        <pc:chgData name="Dmitrij Tchervonisjenko" userId="S::r1058442@student.thomasmore.be::0d35f27d-0d90-48cf-8461-2ca19c47f0a7" providerId="AD" clId="Web-{00000000-0000-0000-0000-000000000000}" dt="2026-10-09T09:10:59.250" v="30" actId="20577"/>
        <pc:sldMkLst>
          <pc:docMk/>
          <pc:sldMk cId="2000137539" sldId="273"/>
        </pc:sldMkLst>
        <pc:spChg chg="mod">
          <ac:chgData name="Dmitrij Tchervonisjenko" userId="S::r1058442@student.thomasmore.be::0d35f27d-0d90-48cf-8461-2ca19c47f0a7" providerId="AD" clId="Web-{00000000-0000-0000-0000-000000000000}" dt="2026-10-09T09:10:59.250" v="30" actId="20577"/>
          <ac:spMkLst>
            <pc:docMk/>
            <pc:sldMk cId="2000137539" sldId="273"/>
            <ac:spMk id="5" creationId="{2B1C3FE0-5895-8884-2D5A-EA445C365F76}"/>
          </ac:spMkLst>
        </pc:spChg>
        <pc:picChg chg="mod">
          <ac:chgData name="Dmitrij Tchervonisjenko" userId="S::r1058442@student.thomasmore.be::0d35f27d-0d90-48cf-8461-2ca19c47f0a7" providerId="AD" clId="Web-{00000000-0000-0000-0000-000000000000}" dt="2026-10-09T09:09:31.482" v="20" actId="1076"/>
          <ac:picMkLst>
            <pc:docMk/>
            <pc:sldMk cId="2000137539" sldId="273"/>
            <ac:picMk id="8" creationId="{242A69D7-3B29-1A37-F18C-A2A888744DE6}"/>
          </ac:picMkLst>
        </pc:picChg>
      </pc:sldChg>
      <pc:sldChg chg="addSp delSp modSp add replId">
        <pc:chgData name="Dmitrij Tchervonisjenko" userId="S::r1058442@student.thomasmore.be::0d35f27d-0d90-48cf-8461-2ca19c47f0a7" providerId="AD" clId="Web-{00000000-0000-0000-0000-000000000000}" dt="2026-10-09T09:42:58.914" v="92" actId="1076"/>
        <pc:sldMkLst>
          <pc:docMk/>
          <pc:sldMk cId="3952573604" sldId="274"/>
        </pc:sldMkLst>
      </pc:sldChg>
      <pc:sldChg chg="modSp add replId">
        <pc:chgData name="Dmitrij Tchervonisjenko" userId="S::r1058442@student.thomasmore.be::0d35f27d-0d90-48cf-8461-2ca19c47f0a7" providerId="AD" clId="Web-{00000000-0000-0000-0000-000000000000}" dt="2026-10-09T09:43:19.805" v="94" actId="20577"/>
        <pc:sldMkLst>
          <pc:docMk/>
          <pc:sldMk cId="3938891634" sldId="275"/>
        </pc:sldMkLst>
      </pc:sldChg>
      <pc:sldChg chg="modSp add replId">
        <pc:chgData name="Dmitrij Tchervonisjenko" userId="S::r1058442@student.thomasmore.be::0d35f27d-0d90-48cf-8461-2ca19c47f0a7" providerId="AD" clId="Web-{00000000-0000-0000-0000-000000000000}" dt="2026-10-09T09:47:40.877" v="113" actId="1076"/>
        <pc:sldMkLst>
          <pc:docMk/>
          <pc:sldMk cId="2299036286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DF9FB-7F40-4B66-98C4-120EABDF80E0}" type="datetimeFigureOut">
              <a:t>10/14/2026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AD678-E066-4115-B5B1-E8CCB757BFFC}" type="slidenum"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131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DIMI:</a:t>
            </a:r>
          </a:p>
          <a:p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Goedemorgen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Beste Meneer. Welkom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de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presentatie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van Team Git Push &amp; Pray. </a:t>
            </a:r>
          </a:p>
          <a:p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Vandaag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nemen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we u mee in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onze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reis, “trip” door twee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compleet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verschillende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datasets: de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mysterieuze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'Mushrooms'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de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enorme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'Citi Bike' data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uit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New York. </a:t>
            </a:r>
          </a:p>
          <a:p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We laten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zien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hoe we van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ruwe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data tot cloud-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gebaseerde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voorspellingen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zijn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gekomen</a:t>
            </a: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  <a:endParaRPr lang="nl-NL" b="1" i="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815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DIMI:</a:t>
            </a:r>
          </a:p>
          <a:p>
            <a:r>
              <a:rPr lang="en-US" b="1" i="0" dirty="0" err="1"/>
              <a:t>Vanaf</a:t>
            </a:r>
            <a:r>
              <a:rPr lang="en-US" b="1" i="0" dirty="0"/>
              <a:t> de </a:t>
            </a:r>
            <a:r>
              <a:rPr lang="en-US" b="1" i="0" dirty="0" err="1"/>
              <a:t>eerste</a:t>
            </a:r>
            <a:r>
              <a:rPr lang="en-US" b="1" i="0" dirty="0"/>
              <a:t> les </a:t>
            </a:r>
            <a:r>
              <a:rPr lang="en-US" b="1" i="0" dirty="0" err="1"/>
              <a:t>zijn</a:t>
            </a:r>
            <a:r>
              <a:rPr lang="en-US" b="1" i="0" dirty="0"/>
              <a:t> we er direct </a:t>
            </a:r>
            <a:r>
              <a:rPr lang="en-US" b="1" i="0" dirty="0" err="1"/>
              <a:t>als</a:t>
            </a:r>
            <a:r>
              <a:rPr lang="en-US" b="1" i="0" dirty="0"/>
              <a:t> team </a:t>
            </a:r>
            <a:r>
              <a:rPr lang="en-US" b="1" i="0" dirty="0" err="1"/>
              <a:t>ingedoken</a:t>
            </a:r>
            <a:r>
              <a:rPr lang="en-US" b="1" i="0" dirty="0"/>
              <a:t>. We </a:t>
            </a:r>
            <a:r>
              <a:rPr lang="en-US" b="1" i="0" dirty="0" err="1"/>
              <a:t>begonnen</a:t>
            </a:r>
            <a:r>
              <a:rPr lang="en-US" b="1" i="0" dirty="0"/>
              <a:t> </a:t>
            </a:r>
            <a:r>
              <a:rPr lang="en-US" b="1" i="0" dirty="0" err="1"/>
              <a:t>samen</a:t>
            </a:r>
            <a:r>
              <a:rPr lang="en-US" b="1" i="0" dirty="0"/>
              <a:t> </a:t>
            </a:r>
            <a:r>
              <a:rPr lang="en-US" b="1" i="0" dirty="0" err="1"/>
              <a:t>aan</a:t>
            </a:r>
            <a:r>
              <a:rPr lang="en-US" b="1" i="0" dirty="0"/>
              <a:t> de mushrooms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optimaliseerden</a:t>
            </a:r>
            <a:r>
              <a:rPr lang="en-US" b="1" i="0" dirty="0"/>
              <a:t> </a:t>
            </a:r>
            <a:r>
              <a:rPr lang="en-US" b="1" i="0" dirty="0" err="1"/>
              <a:t>deze</a:t>
            </a:r>
            <a:r>
              <a:rPr lang="en-US" b="1" i="0" dirty="0"/>
              <a:t> met </a:t>
            </a:r>
            <a:r>
              <a:rPr lang="en-US" b="1" i="0" dirty="0" err="1"/>
              <a:t>z'n</a:t>
            </a:r>
            <a:r>
              <a:rPr lang="en-US" b="1" i="0" dirty="0"/>
              <a:t> </a:t>
            </a:r>
            <a:r>
              <a:rPr lang="en-US" b="1" i="0" dirty="0" err="1"/>
              <a:t>allen</a:t>
            </a:r>
            <a:r>
              <a:rPr lang="en-US" b="1" i="0" dirty="0"/>
              <a:t>. </a:t>
            </a:r>
          </a:p>
          <a:p>
            <a:r>
              <a:rPr lang="en-US" b="1" i="0" dirty="0" err="1"/>
              <a:t>Vanaf</a:t>
            </a:r>
            <a:r>
              <a:rPr lang="en-US" b="1" i="0" dirty="0"/>
              <a:t> de </a:t>
            </a:r>
            <a:r>
              <a:rPr lang="en-US" b="1" i="0" dirty="0" err="1"/>
              <a:t>tweede</a:t>
            </a:r>
            <a:r>
              <a:rPr lang="en-US" b="1" i="0" dirty="0"/>
              <a:t> les </a:t>
            </a:r>
            <a:r>
              <a:rPr lang="en-US" b="1" i="0" dirty="0" err="1"/>
              <a:t>begonnen</a:t>
            </a:r>
            <a:r>
              <a:rPr lang="en-US" b="1" i="0" dirty="0"/>
              <a:t> we al taken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verdelen</a:t>
            </a:r>
            <a:r>
              <a:rPr lang="en-US" b="1" i="0" dirty="0"/>
              <a:t>: Citi Bike </a:t>
            </a:r>
            <a:r>
              <a:rPr lang="en-US" b="1" i="0" dirty="0" err="1"/>
              <a:t>moest</a:t>
            </a:r>
            <a:r>
              <a:rPr lang="en-US" b="1" i="0" dirty="0"/>
              <a:t> heel lang </a:t>
            </a:r>
            <a:r>
              <a:rPr lang="en-US" b="1" i="0" dirty="0" err="1"/>
              <a:t>downloaden</a:t>
            </a:r>
            <a:r>
              <a:rPr lang="en-US" b="1" i="0" dirty="0"/>
              <a:t>, de cloud </a:t>
            </a:r>
            <a:r>
              <a:rPr lang="en-US" b="1" i="0" dirty="0" err="1"/>
              <a:t>werd</a:t>
            </a:r>
            <a:r>
              <a:rPr lang="en-US" b="1" i="0" dirty="0"/>
              <a:t> </a:t>
            </a:r>
            <a:r>
              <a:rPr lang="en-US" b="1" i="0" dirty="0" err="1"/>
              <a:t>opgezet</a:t>
            </a:r>
            <a:r>
              <a:rPr lang="en-US" b="1" i="0" dirty="0"/>
              <a:t>, </a:t>
            </a:r>
          </a:p>
          <a:p>
            <a:r>
              <a:rPr lang="en-US" b="1" i="0" dirty="0"/>
              <a:t>de mushrooms </a:t>
            </a:r>
            <a:r>
              <a:rPr lang="en-US" b="1" i="0" dirty="0" err="1"/>
              <a:t>werden</a:t>
            </a:r>
            <a:r>
              <a:rPr lang="en-US" b="1" i="0" dirty="0"/>
              <a:t> </a:t>
            </a:r>
            <a:r>
              <a:rPr lang="en-US" b="1" i="0" dirty="0" err="1"/>
              <a:t>verder</a:t>
            </a:r>
            <a:r>
              <a:rPr lang="en-US" b="1" i="0" dirty="0"/>
              <a:t> </a:t>
            </a:r>
            <a:r>
              <a:rPr lang="en-US" b="1" i="0" dirty="0" err="1"/>
              <a:t>geoptimaliseerd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tenslotte</a:t>
            </a:r>
            <a:r>
              <a:rPr lang="en-US" b="1" i="0" dirty="0"/>
              <a:t> </a:t>
            </a:r>
            <a:r>
              <a:rPr lang="en-US" b="1" i="0" dirty="0" err="1"/>
              <a:t>begonnen</a:t>
            </a:r>
            <a:r>
              <a:rPr lang="en-US" b="1" i="0" dirty="0"/>
              <a:t> we </a:t>
            </a:r>
            <a:r>
              <a:rPr lang="en-US" b="1" i="0" dirty="0" err="1"/>
              <a:t>aan</a:t>
            </a:r>
            <a:r>
              <a:rPr lang="en-US" b="1" i="0" dirty="0"/>
              <a:t> de </a:t>
            </a:r>
            <a:r>
              <a:rPr lang="en-US" b="1" i="0" dirty="0" err="1"/>
              <a:t>presentatie</a:t>
            </a:r>
            <a:r>
              <a:rPr lang="en-US" b="1" i="0" dirty="0"/>
              <a:t>. Het was </a:t>
            </a:r>
            <a:r>
              <a:rPr lang="en-US" b="1" i="0" dirty="0" err="1"/>
              <a:t>een</a:t>
            </a:r>
            <a:r>
              <a:rPr lang="en-US" b="1" i="0" dirty="0"/>
              <a:t> hele reis.</a:t>
            </a:r>
            <a:endParaRPr lang="nl-NL" b="1" i="0" dirty="0" err="1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8141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/>
              <a:t>CISSE:</a:t>
            </a:r>
            <a:br>
              <a:rPr lang="en-US" b="1" i="0" dirty="0"/>
            </a:br>
            <a:r>
              <a:rPr lang="en-US" b="1" i="0" dirty="0"/>
              <a:t>We </a:t>
            </a:r>
            <a:r>
              <a:rPr lang="en-US" b="1" i="0" dirty="0" err="1"/>
              <a:t>begonnen</a:t>
            </a:r>
            <a:r>
              <a:rPr lang="en-US" b="1" i="0" dirty="0"/>
              <a:t> </a:t>
            </a:r>
            <a:r>
              <a:rPr lang="en-US" b="1" i="0" dirty="0" err="1"/>
              <a:t>bij</a:t>
            </a:r>
            <a:r>
              <a:rPr lang="en-US" b="1" i="0" dirty="0"/>
              <a:t> de Secondary Mushrooms. Het </a:t>
            </a:r>
            <a:r>
              <a:rPr lang="en-US" b="1" i="0" dirty="0" err="1"/>
              <a:t>doel</a:t>
            </a:r>
            <a:r>
              <a:rPr lang="en-US" b="1" i="0" dirty="0"/>
              <a:t> is </a:t>
            </a:r>
            <a:r>
              <a:rPr lang="en-US" b="1" i="0" dirty="0" err="1"/>
              <a:t>letterlijk</a:t>
            </a:r>
            <a:r>
              <a:rPr lang="en-US" b="1" i="0" dirty="0"/>
              <a:t> van </a:t>
            </a:r>
            <a:r>
              <a:rPr lang="en-US" b="1" i="0" dirty="0" err="1"/>
              <a:t>levensbelang</a:t>
            </a:r>
            <a:r>
              <a:rPr lang="en-US" b="1" i="0" dirty="0"/>
              <a:t>: </a:t>
            </a:r>
            <a:r>
              <a:rPr lang="en-US" b="1" i="0" dirty="0" err="1"/>
              <a:t>voorspellen</a:t>
            </a:r>
            <a:r>
              <a:rPr lang="en-US" b="1" i="0" dirty="0"/>
              <a:t> of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paddenstoel</a:t>
            </a:r>
            <a:r>
              <a:rPr lang="en-US" b="1" i="0" dirty="0"/>
              <a:t> </a:t>
            </a:r>
            <a:r>
              <a:rPr lang="en-US" b="1" i="0" dirty="0" err="1"/>
              <a:t>eetbaar</a:t>
            </a:r>
            <a:r>
              <a:rPr lang="en-US" b="1" i="0" dirty="0"/>
              <a:t> of </a:t>
            </a:r>
            <a:r>
              <a:rPr lang="en-US" b="1" i="0" dirty="0" err="1"/>
              <a:t>giftig</a:t>
            </a:r>
            <a:r>
              <a:rPr lang="en-US" b="1" i="0" dirty="0"/>
              <a:t> is. </a:t>
            </a:r>
          </a:p>
          <a:p>
            <a:r>
              <a:rPr lang="en-US" b="1" i="0" dirty="0"/>
              <a:t>Wat </a:t>
            </a:r>
            <a:r>
              <a:rPr lang="en-US" b="1" i="0" dirty="0" err="1"/>
              <a:t>meteen</a:t>
            </a:r>
            <a:r>
              <a:rPr lang="en-US" b="1" i="0" dirty="0"/>
              <a:t> </a:t>
            </a:r>
            <a:r>
              <a:rPr lang="en-US" b="1" i="0" dirty="0" err="1"/>
              <a:t>opviel</a:t>
            </a:r>
            <a:r>
              <a:rPr lang="en-US" b="1" i="0" dirty="0"/>
              <a:t> </a:t>
            </a:r>
            <a:r>
              <a:rPr lang="en-US" b="1" i="0" dirty="0" err="1"/>
              <a:t>tijdens</a:t>
            </a:r>
            <a:r>
              <a:rPr lang="en-US" b="1" i="0" dirty="0"/>
              <a:t> de </a:t>
            </a:r>
            <a:r>
              <a:rPr lang="en-US" b="1" i="0" dirty="0" err="1"/>
              <a:t>verkenning</a:t>
            </a:r>
            <a:r>
              <a:rPr lang="en-US" b="1" i="0" dirty="0"/>
              <a:t>, is </a:t>
            </a:r>
            <a:r>
              <a:rPr lang="en-US" b="1" i="0" dirty="0" err="1"/>
              <a:t>dat</a:t>
            </a:r>
            <a:r>
              <a:rPr lang="en-US" b="1" i="0" dirty="0"/>
              <a:t> de </a:t>
            </a:r>
            <a:r>
              <a:rPr lang="en-US" b="1" i="0" dirty="0" err="1"/>
              <a:t>afmetingen</a:t>
            </a:r>
            <a:r>
              <a:rPr lang="en-US" b="1" i="0" dirty="0"/>
              <a:t> van </a:t>
            </a:r>
            <a:r>
              <a:rPr lang="en-US" b="1" i="0" dirty="0" err="1"/>
              <a:t>eetbare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giftige</a:t>
            </a:r>
            <a:r>
              <a:rPr lang="en-US" b="1" i="0" dirty="0"/>
              <a:t> </a:t>
            </a:r>
            <a:r>
              <a:rPr lang="en-US" b="1" i="0" dirty="0" err="1"/>
              <a:t>soorten</a:t>
            </a:r>
            <a:r>
              <a:rPr lang="en-US" b="1" i="0" dirty="0"/>
              <a:t> heel erg op </a:t>
            </a:r>
            <a:r>
              <a:rPr lang="en-US" b="1" i="0" dirty="0" err="1"/>
              <a:t>elkaar</a:t>
            </a:r>
            <a:r>
              <a:rPr lang="en-US" b="1" i="0" dirty="0"/>
              <a:t> </a:t>
            </a:r>
            <a:r>
              <a:rPr lang="en-US" b="1" i="0" dirty="0" err="1"/>
              <a:t>lijken</a:t>
            </a:r>
            <a:r>
              <a:rPr lang="en-US" b="1" i="0" dirty="0"/>
              <a:t>. </a:t>
            </a:r>
          </a:p>
          <a:p>
            <a:r>
              <a:rPr lang="en-US" b="1" i="0" dirty="0"/>
              <a:t>Een </a:t>
            </a:r>
            <a:r>
              <a:rPr lang="en-US" b="1" i="0" dirty="0" err="1"/>
              <a:t>dikke</a:t>
            </a:r>
            <a:r>
              <a:rPr lang="en-US" b="1" i="0" dirty="0"/>
              <a:t> </a:t>
            </a:r>
            <a:r>
              <a:rPr lang="en-US" b="1" i="0" dirty="0" err="1"/>
              <a:t>stam</a:t>
            </a:r>
            <a:r>
              <a:rPr lang="en-US" b="1" i="0" dirty="0"/>
              <a:t> of </a:t>
            </a:r>
            <a:r>
              <a:rPr lang="en-US" b="1" i="0" dirty="0" err="1"/>
              <a:t>grote</a:t>
            </a:r>
            <a:r>
              <a:rPr lang="en-US" b="1" i="0" dirty="0"/>
              <a:t> hoed </a:t>
            </a:r>
            <a:r>
              <a:rPr lang="en-US" b="1" i="0" dirty="0" err="1"/>
              <a:t>zegt</a:t>
            </a:r>
            <a:r>
              <a:rPr lang="en-US" b="1" i="0" dirty="0"/>
              <a:t> op </a:t>
            </a:r>
            <a:r>
              <a:rPr lang="en-US" b="1" i="0" dirty="0" err="1"/>
              <a:t>zichzelf</a:t>
            </a:r>
            <a:r>
              <a:rPr lang="en-US" b="1" i="0" dirty="0"/>
              <a:t> </a:t>
            </a:r>
            <a:r>
              <a:rPr lang="en-US" b="1" i="0" dirty="0" err="1"/>
              <a:t>niks</a:t>
            </a:r>
            <a:r>
              <a:rPr lang="en-US" b="1" i="0" dirty="0"/>
              <a:t>, we </a:t>
            </a:r>
            <a:r>
              <a:rPr lang="en-US" b="1" i="0" dirty="0" err="1"/>
              <a:t>hebben</a:t>
            </a:r>
            <a:r>
              <a:rPr lang="en-US" b="1" i="0" dirty="0"/>
              <a:t> </a:t>
            </a:r>
            <a:r>
              <a:rPr lang="en-US" b="1" i="0" dirty="0" err="1"/>
              <a:t>echt</a:t>
            </a:r>
            <a:r>
              <a:rPr lang="en-US" b="1" i="0" dirty="0"/>
              <a:t> </a:t>
            </a:r>
            <a:r>
              <a:rPr lang="en-US" b="1" i="0" dirty="0" err="1"/>
              <a:t>combinaties</a:t>
            </a:r>
            <a:r>
              <a:rPr lang="en-US" b="1" i="0" dirty="0"/>
              <a:t> van </a:t>
            </a:r>
            <a:r>
              <a:rPr lang="en-US" b="1" i="0" dirty="0" err="1"/>
              <a:t>eigenschappen</a:t>
            </a:r>
            <a:r>
              <a:rPr lang="en-US" b="1" i="0" dirty="0"/>
              <a:t> </a:t>
            </a:r>
            <a:r>
              <a:rPr lang="en-US" b="1" i="0" dirty="0" err="1"/>
              <a:t>nodig</a:t>
            </a:r>
            <a:r>
              <a:rPr lang="en-US" b="1" i="0" dirty="0"/>
              <a:t> om het </a:t>
            </a:r>
            <a:r>
              <a:rPr lang="en-US" b="1" i="0" dirty="0" err="1"/>
              <a:t>verschil</a:t>
            </a:r>
            <a:r>
              <a:rPr lang="en-US" b="1" i="0" dirty="0"/>
              <a:t>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zien</a:t>
            </a:r>
            <a:r>
              <a:rPr lang="en-US" b="1" i="0" dirty="0"/>
              <a:t>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9197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/>
              <a:t>CISSE:</a:t>
            </a:r>
          </a:p>
          <a:p>
            <a:r>
              <a:rPr lang="en-US" b="1" i="0" dirty="0" err="1"/>
              <a:t>Toen</a:t>
            </a:r>
            <a:r>
              <a:rPr lang="en-US" b="1" i="0" dirty="0"/>
              <a:t> we de </a:t>
            </a:r>
            <a:r>
              <a:rPr lang="en-US" b="1" i="0" dirty="0" err="1"/>
              <a:t>datakwaliteit</a:t>
            </a:r>
            <a:r>
              <a:rPr lang="en-US" b="1" i="0" dirty="0"/>
              <a:t> </a:t>
            </a:r>
            <a:r>
              <a:rPr lang="en-US" b="1" i="0" dirty="0" err="1"/>
              <a:t>onderzochten</a:t>
            </a:r>
            <a:r>
              <a:rPr lang="en-US" b="1" i="0" dirty="0"/>
              <a:t>, </a:t>
            </a:r>
            <a:r>
              <a:rPr lang="en-US" b="1" i="0" dirty="0" err="1"/>
              <a:t>vonden</a:t>
            </a:r>
            <a:r>
              <a:rPr lang="en-US" b="1" i="0" dirty="0"/>
              <a:t> we </a:t>
            </a:r>
            <a:r>
              <a:rPr lang="en-US" b="1" i="0" dirty="0" err="1"/>
              <a:t>meteen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paar</a:t>
            </a:r>
            <a:r>
              <a:rPr lang="en-US" b="1" i="0" dirty="0"/>
              <a:t> </a:t>
            </a:r>
            <a:r>
              <a:rPr lang="en-US" b="1" i="0" dirty="0" err="1"/>
              <a:t>duidelijke</a:t>
            </a:r>
            <a:r>
              <a:rPr lang="en-US" b="1" i="0" dirty="0"/>
              <a:t> </a:t>
            </a:r>
            <a:r>
              <a:rPr lang="en-US" b="1" i="0" dirty="0" err="1"/>
              <a:t>valstrikken</a:t>
            </a:r>
            <a:r>
              <a:rPr lang="en-US" b="1" i="0" dirty="0"/>
              <a:t>. </a:t>
            </a:r>
          </a:p>
          <a:p>
            <a:r>
              <a:rPr lang="en-US" b="1" i="0" dirty="0"/>
              <a:t>De </a:t>
            </a:r>
            <a:r>
              <a:rPr lang="en-US" b="1" i="0" dirty="0" err="1"/>
              <a:t>kolom</a:t>
            </a:r>
            <a:r>
              <a:rPr lang="en-US" b="1" i="0" dirty="0"/>
              <a:t> spore-print-color </a:t>
            </a:r>
            <a:r>
              <a:rPr lang="en-US" b="1" i="0" dirty="0" err="1"/>
              <a:t>miste</a:t>
            </a:r>
            <a:r>
              <a:rPr lang="en-US" b="1" i="0" dirty="0"/>
              <a:t> in </a:t>
            </a:r>
            <a:r>
              <a:rPr lang="en-US" b="1" i="0" dirty="0" err="1"/>
              <a:t>bijna</a:t>
            </a:r>
            <a:r>
              <a:rPr lang="en-US" b="1" i="0" dirty="0"/>
              <a:t> 95% van de </a:t>
            </a:r>
            <a:r>
              <a:rPr lang="en-US" b="1" i="0" dirty="0" err="1"/>
              <a:t>gevallen</a:t>
            </a:r>
            <a:r>
              <a:rPr lang="en-US" b="1" i="0" dirty="0"/>
              <a:t>, die </a:t>
            </a:r>
            <a:r>
              <a:rPr lang="en-US" b="1" i="0" dirty="0" err="1"/>
              <a:t>hebben</a:t>
            </a:r>
            <a:r>
              <a:rPr lang="en-US" b="1" i="0" dirty="0"/>
              <a:t> we </a:t>
            </a:r>
            <a:r>
              <a:rPr lang="en-US" b="1" i="0" dirty="0" err="1"/>
              <a:t>meteen</a:t>
            </a:r>
            <a:r>
              <a:rPr lang="en-US" b="1" i="0" dirty="0"/>
              <a:t> </a:t>
            </a:r>
            <a:r>
              <a:rPr lang="en-US" b="1" i="0" dirty="0" err="1"/>
              <a:t>weggegooid</a:t>
            </a:r>
            <a:r>
              <a:rPr lang="en-US" b="1" i="0" dirty="0"/>
              <a:t> om </a:t>
            </a:r>
            <a:r>
              <a:rPr lang="en-US" b="1" i="0" dirty="0" err="1"/>
              <a:t>geen</a:t>
            </a:r>
            <a:r>
              <a:rPr lang="en-US" b="1" i="0" dirty="0"/>
              <a:t> </a:t>
            </a:r>
            <a:r>
              <a:rPr lang="en-US" b="1" i="0" dirty="0" err="1"/>
              <a:t>ruis</a:t>
            </a:r>
            <a:r>
              <a:rPr lang="en-US" b="1" i="0" dirty="0"/>
              <a:t>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leren</a:t>
            </a:r>
            <a:r>
              <a:rPr lang="en-US" b="1" i="0" dirty="0"/>
              <a:t>. </a:t>
            </a:r>
          </a:p>
          <a:p>
            <a:r>
              <a:rPr lang="en-US" b="1" i="0" dirty="0"/>
              <a:t>Ook </a:t>
            </a:r>
            <a:r>
              <a:rPr lang="en-US" b="1" i="0" dirty="0" err="1"/>
              <a:t>zaten</a:t>
            </a:r>
            <a:r>
              <a:rPr lang="en-US" b="1" i="0" dirty="0"/>
              <a:t> er twee jumbled-noise </a:t>
            </a:r>
            <a:r>
              <a:rPr lang="en-US" b="1" i="0" dirty="0" err="1"/>
              <a:t>kolommen</a:t>
            </a:r>
            <a:r>
              <a:rPr lang="en-US" b="1" i="0" dirty="0"/>
              <a:t> in die </a:t>
            </a:r>
            <a:r>
              <a:rPr lang="en-US" b="1" i="0" dirty="0" err="1"/>
              <a:t>helemaal</a:t>
            </a:r>
            <a:r>
              <a:rPr lang="en-US" b="1" i="0" dirty="0"/>
              <a:t> </a:t>
            </a:r>
            <a:r>
              <a:rPr lang="en-US" b="1" i="0" dirty="0" err="1"/>
              <a:t>niks</a:t>
            </a:r>
            <a:r>
              <a:rPr lang="en-US" b="1" i="0" dirty="0"/>
              <a:t> </a:t>
            </a:r>
            <a:r>
              <a:rPr lang="en-US" b="1" i="0" dirty="0" err="1"/>
              <a:t>toevoegden</a:t>
            </a:r>
            <a:r>
              <a:rPr lang="en-US" b="1" i="0" dirty="0"/>
              <a:t>. </a:t>
            </a:r>
          </a:p>
          <a:p>
            <a:r>
              <a:rPr lang="en-US" b="1" i="0" dirty="0" err="1"/>
              <a:t>Daarnaast</a:t>
            </a:r>
            <a:r>
              <a:rPr lang="en-US" b="1" i="0" dirty="0"/>
              <a:t> </a:t>
            </a:r>
            <a:r>
              <a:rPr lang="en-US" b="1" i="0" dirty="0" err="1"/>
              <a:t>zaten</a:t>
            </a:r>
            <a:r>
              <a:rPr lang="en-US" b="1" i="0" dirty="0"/>
              <a:t> er </a:t>
            </a:r>
            <a:r>
              <a:rPr lang="en-US" b="1" i="0" dirty="0" err="1"/>
              <a:t>enorme</a:t>
            </a:r>
            <a:r>
              <a:rPr lang="en-US" b="1" i="0" dirty="0"/>
              <a:t> </a:t>
            </a:r>
            <a:r>
              <a:rPr lang="en-US" b="1" i="0" dirty="0" err="1"/>
              <a:t>uitschieters</a:t>
            </a:r>
            <a:r>
              <a:rPr lang="en-US" b="1" i="0" dirty="0"/>
              <a:t> in de </a:t>
            </a:r>
            <a:r>
              <a:rPr lang="en-US" b="1" i="0" dirty="0" err="1"/>
              <a:t>afmetingen</a:t>
            </a:r>
            <a:r>
              <a:rPr lang="en-US" b="1" i="0" dirty="0"/>
              <a:t>, maar die </a:t>
            </a:r>
            <a:r>
              <a:rPr lang="en-US" b="1" i="0" dirty="0" err="1"/>
              <a:t>hebben</a:t>
            </a:r>
            <a:r>
              <a:rPr lang="en-US" b="1" i="0" dirty="0"/>
              <a:t> we </a:t>
            </a:r>
            <a:r>
              <a:rPr lang="en-US" b="1" i="0" dirty="0" err="1"/>
              <a:t>bewust</a:t>
            </a:r>
            <a:r>
              <a:rPr lang="en-US" b="1" i="0" dirty="0"/>
              <a:t> </a:t>
            </a:r>
            <a:r>
              <a:rPr lang="en-US" b="1" i="0" dirty="0" err="1"/>
              <a:t>bewaard</a:t>
            </a:r>
            <a:r>
              <a:rPr lang="en-US" b="1" i="0" dirty="0"/>
              <a:t> </a:t>
            </a:r>
            <a:r>
              <a:rPr lang="en-US" b="1" i="0" dirty="0" err="1"/>
              <a:t>omdat</a:t>
            </a:r>
            <a:r>
              <a:rPr lang="en-US" b="1" i="0" dirty="0"/>
              <a:t> </a:t>
            </a:r>
            <a:r>
              <a:rPr lang="en-US" b="1" i="0" dirty="0" err="1"/>
              <a:t>boommodellen</a:t>
            </a:r>
            <a:r>
              <a:rPr lang="en-US" b="1" i="0" dirty="0"/>
              <a:t> </a:t>
            </a:r>
            <a:r>
              <a:rPr lang="en-US" b="1" i="0" dirty="0" err="1"/>
              <a:t>daar</a:t>
            </a:r>
            <a:r>
              <a:rPr lang="en-US" b="1" i="0" dirty="0"/>
              <a:t> prima mee om </a:t>
            </a:r>
            <a:r>
              <a:rPr lang="en-US" b="1" i="0" dirty="0" err="1"/>
              <a:t>kunnen</a:t>
            </a:r>
            <a:r>
              <a:rPr lang="en-US" b="1" i="0" dirty="0"/>
              <a:t> </a:t>
            </a:r>
            <a:r>
              <a:rPr lang="en-US" b="1" i="0" dirty="0" err="1"/>
              <a:t>gaan</a:t>
            </a:r>
            <a:r>
              <a:rPr lang="en-US" b="1" i="0" dirty="0"/>
              <a:t>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7932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/>
              <a:t>CISSE:</a:t>
            </a:r>
          </a:p>
          <a:p>
            <a:r>
              <a:rPr lang="en-US" b="1" i="0" dirty="0"/>
              <a:t>Wat we </a:t>
            </a:r>
            <a:r>
              <a:rPr lang="en-US" b="1" i="0" dirty="0" err="1"/>
              <a:t>vooraf</a:t>
            </a:r>
            <a:r>
              <a:rPr lang="en-US" b="1" i="0" dirty="0"/>
              <a:t> al </a:t>
            </a:r>
            <a:r>
              <a:rPr lang="en-US" b="1" i="0" dirty="0" err="1"/>
              <a:t>verwachtten</a:t>
            </a:r>
            <a:r>
              <a:rPr lang="en-US" b="1" i="0" dirty="0"/>
              <a:t>, was </a:t>
            </a:r>
            <a:r>
              <a:rPr lang="en-US" b="1" i="0" dirty="0" err="1"/>
              <a:t>dat</a:t>
            </a:r>
            <a:r>
              <a:rPr lang="en-US" b="1" i="0" dirty="0"/>
              <a:t> </a:t>
            </a:r>
            <a:r>
              <a:rPr lang="en-US" b="1" i="0" dirty="0" err="1"/>
              <a:t>lineaire</a:t>
            </a:r>
            <a:r>
              <a:rPr lang="en-US" b="1" i="0" dirty="0"/>
              <a:t> </a:t>
            </a:r>
            <a:r>
              <a:rPr lang="en-US" b="1" i="0" dirty="0" err="1"/>
              <a:t>modellen</a:t>
            </a:r>
            <a:r>
              <a:rPr lang="en-US" b="1" i="0" dirty="0"/>
              <a:t> het </a:t>
            </a:r>
            <a:r>
              <a:rPr lang="en-US" b="1" i="0" dirty="0" err="1"/>
              <a:t>zwaar</a:t>
            </a:r>
            <a:r>
              <a:rPr lang="en-US" b="1" i="0" dirty="0"/>
              <a:t> </a:t>
            </a:r>
            <a:r>
              <a:rPr lang="en-US" b="1" i="0" dirty="0" err="1"/>
              <a:t>zouden</a:t>
            </a:r>
            <a:r>
              <a:rPr lang="en-US" b="1" i="0" dirty="0"/>
              <a:t> </a:t>
            </a:r>
            <a:r>
              <a:rPr lang="en-US" b="1" i="0" dirty="0" err="1"/>
              <a:t>krijgen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dat</a:t>
            </a:r>
            <a:r>
              <a:rPr lang="en-US" b="1" i="0" dirty="0"/>
              <a:t> </a:t>
            </a:r>
            <a:r>
              <a:rPr lang="en-US" b="1" i="0" dirty="0" err="1"/>
              <a:t>boommodellen</a:t>
            </a:r>
            <a:r>
              <a:rPr lang="en-US" b="1" i="0" dirty="0"/>
              <a:t> </a:t>
            </a:r>
            <a:r>
              <a:rPr lang="en-US" b="1" i="0" dirty="0" err="1"/>
              <a:t>veel</a:t>
            </a:r>
            <a:r>
              <a:rPr lang="en-US" b="1" i="0" dirty="0"/>
              <a:t> </a:t>
            </a:r>
            <a:r>
              <a:rPr lang="en-US" b="1" i="0" dirty="0" err="1"/>
              <a:t>beter</a:t>
            </a:r>
            <a:r>
              <a:rPr lang="en-US" b="1" i="0" dirty="0"/>
              <a:t> </a:t>
            </a:r>
            <a:r>
              <a:rPr lang="en-US" b="1" i="0" dirty="0" err="1"/>
              <a:t>zouden</a:t>
            </a:r>
            <a:r>
              <a:rPr lang="en-US" b="1" i="0" dirty="0"/>
              <a:t> </a:t>
            </a:r>
            <a:r>
              <a:rPr lang="en-US" b="1" i="0" dirty="0" err="1"/>
              <a:t>scoren</a:t>
            </a:r>
            <a:r>
              <a:rPr lang="en-US" b="1" i="0" dirty="0"/>
              <a:t>. </a:t>
            </a:r>
          </a:p>
          <a:p>
            <a:r>
              <a:rPr lang="en-US" b="1" i="0" dirty="0"/>
              <a:t>Maar wat we </a:t>
            </a:r>
            <a:r>
              <a:rPr lang="en-US" b="1" i="0" dirty="0" err="1"/>
              <a:t>echt</a:t>
            </a:r>
            <a:r>
              <a:rPr lang="en-US" b="1" i="0" dirty="0"/>
              <a:t> </a:t>
            </a:r>
            <a:r>
              <a:rPr lang="en-US" b="1" i="0" dirty="0" err="1"/>
              <a:t>niet</a:t>
            </a:r>
            <a:r>
              <a:rPr lang="en-US" b="1" i="0" dirty="0"/>
              <a:t> </a:t>
            </a:r>
            <a:r>
              <a:rPr lang="en-US" b="1" i="0" dirty="0" err="1"/>
              <a:t>hadden</a:t>
            </a:r>
            <a:r>
              <a:rPr lang="en-US" b="1" i="0" dirty="0"/>
              <a:t> </a:t>
            </a:r>
            <a:r>
              <a:rPr lang="en-US" b="1" i="0" dirty="0" err="1"/>
              <a:t>verwacht</a:t>
            </a:r>
            <a:r>
              <a:rPr lang="en-US" b="1" i="0" dirty="0"/>
              <a:t>, was </a:t>
            </a:r>
            <a:r>
              <a:rPr lang="en-US" b="1" i="0" dirty="0" err="1"/>
              <a:t>dat</a:t>
            </a:r>
            <a:r>
              <a:rPr lang="en-US" b="1" i="0" dirty="0"/>
              <a:t> het </a:t>
            </a:r>
            <a:r>
              <a:rPr lang="en-US" b="1" i="0" dirty="0" err="1"/>
              <a:t>ontbreken</a:t>
            </a:r>
            <a:r>
              <a:rPr lang="en-US" b="1" i="0" dirty="0"/>
              <a:t> van data </a:t>
            </a:r>
            <a:r>
              <a:rPr lang="en-US" b="1" i="0" dirty="0" err="1"/>
              <a:t>zelf</a:t>
            </a:r>
            <a:r>
              <a:rPr lang="en-US" b="1" i="0" dirty="0"/>
              <a:t> </a:t>
            </a:r>
            <a:r>
              <a:rPr lang="en-US" b="1" i="0" dirty="0" err="1"/>
              <a:t>informatie</a:t>
            </a:r>
            <a:r>
              <a:rPr lang="en-US" b="1" i="0" dirty="0"/>
              <a:t> </a:t>
            </a:r>
            <a:r>
              <a:rPr lang="en-US" b="1" i="0" dirty="0" err="1"/>
              <a:t>bevatte</a:t>
            </a:r>
            <a:r>
              <a:rPr lang="en-US" b="1" i="0" dirty="0"/>
              <a:t>. </a:t>
            </a:r>
          </a:p>
          <a:p>
            <a:r>
              <a:rPr lang="en-US" b="1" i="0" dirty="0"/>
              <a:t>We </a:t>
            </a:r>
            <a:r>
              <a:rPr lang="en-US" b="1" i="0" dirty="0" err="1"/>
              <a:t>zagen</a:t>
            </a:r>
            <a:r>
              <a:rPr lang="en-US" b="1" i="0" dirty="0"/>
              <a:t> in de </a:t>
            </a:r>
            <a:r>
              <a:rPr lang="en-US" b="1" i="0" dirty="0" err="1"/>
              <a:t>grafieken</a:t>
            </a:r>
            <a:r>
              <a:rPr lang="en-US" b="1" i="0" dirty="0"/>
              <a:t> </a:t>
            </a:r>
            <a:r>
              <a:rPr lang="en-US" b="1" i="0" dirty="0" err="1"/>
              <a:t>dat</a:t>
            </a:r>
            <a:r>
              <a:rPr lang="en-US" b="1" i="0" dirty="0"/>
              <a:t> </a:t>
            </a:r>
            <a:r>
              <a:rPr lang="en-US" b="1" i="0" dirty="0" err="1"/>
              <a:t>bepaalde</a:t>
            </a:r>
            <a:r>
              <a:rPr lang="en-US" b="1" i="0" dirty="0"/>
              <a:t> </a:t>
            </a:r>
            <a:r>
              <a:rPr lang="en-US" b="1" i="0" dirty="0" err="1"/>
              <a:t>velden</a:t>
            </a:r>
            <a:r>
              <a:rPr lang="en-US" b="1" i="0" dirty="0"/>
              <a:t> </a:t>
            </a:r>
            <a:r>
              <a:rPr lang="en-US" b="1" i="0" dirty="0" err="1"/>
              <a:t>bij</a:t>
            </a:r>
            <a:r>
              <a:rPr lang="en-US" b="1" i="0" dirty="0"/>
              <a:t> </a:t>
            </a:r>
            <a:r>
              <a:rPr lang="en-US" b="1" i="0" dirty="0" err="1"/>
              <a:t>giftige</a:t>
            </a:r>
            <a:r>
              <a:rPr lang="en-US" b="1" i="0" dirty="0"/>
              <a:t> </a:t>
            </a:r>
            <a:r>
              <a:rPr lang="en-US" b="1" i="0" dirty="0" err="1"/>
              <a:t>paddenstoelen</a:t>
            </a:r>
            <a:r>
              <a:rPr lang="en-US" b="1" i="0" dirty="0"/>
              <a:t> </a:t>
            </a:r>
            <a:r>
              <a:rPr lang="en-US" b="1" i="0" dirty="0" err="1"/>
              <a:t>veel</a:t>
            </a:r>
            <a:r>
              <a:rPr lang="en-US" b="1" i="0" dirty="0"/>
              <a:t> </a:t>
            </a:r>
            <a:r>
              <a:rPr lang="en-US" b="1" i="0" dirty="0" err="1"/>
              <a:t>vaker</a:t>
            </a:r>
            <a:r>
              <a:rPr lang="en-US" b="1" i="0" dirty="0"/>
              <a:t> </a:t>
            </a:r>
            <a:r>
              <a:rPr lang="en-US" b="1" i="0" dirty="0" err="1"/>
              <a:t>leeg</a:t>
            </a:r>
            <a:r>
              <a:rPr lang="en-US" b="1" i="0" dirty="0"/>
              <a:t> </a:t>
            </a:r>
            <a:r>
              <a:rPr lang="en-US" b="1" i="0" dirty="0" err="1"/>
              <a:t>waren</a:t>
            </a:r>
            <a:r>
              <a:rPr lang="en-US" b="1" i="0" dirty="0"/>
              <a:t> dan </a:t>
            </a:r>
            <a:r>
              <a:rPr lang="en-US" b="1" i="0" dirty="0" err="1"/>
              <a:t>bij</a:t>
            </a:r>
            <a:r>
              <a:rPr lang="en-US" b="1" i="0" dirty="0"/>
              <a:t> </a:t>
            </a:r>
            <a:r>
              <a:rPr lang="en-US" b="1" i="0" dirty="0" err="1"/>
              <a:t>eetbare</a:t>
            </a:r>
            <a:r>
              <a:rPr lang="en-US" b="1" i="0" dirty="0"/>
              <a:t>. </a:t>
            </a:r>
          </a:p>
          <a:p>
            <a:r>
              <a:rPr lang="en-US" b="1" i="0" dirty="0"/>
              <a:t>Lege data </a:t>
            </a:r>
            <a:r>
              <a:rPr lang="en-US" b="1" i="0" dirty="0" err="1"/>
              <a:t>bleek</a:t>
            </a:r>
            <a:r>
              <a:rPr lang="en-US" b="1" i="0" dirty="0"/>
              <a:t> </a:t>
            </a:r>
            <a:r>
              <a:rPr lang="en-US" b="1" i="0" dirty="0" err="1"/>
              <a:t>dus</a:t>
            </a:r>
            <a:r>
              <a:rPr lang="en-US" b="1" i="0" dirty="0"/>
              <a:t> </a:t>
            </a:r>
            <a:r>
              <a:rPr lang="en-US" b="1" i="0" dirty="0" err="1"/>
              <a:t>stiekem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nuttige</a:t>
            </a:r>
            <a:r>
              <a:rPr lang="en-US" b="1" i="0" dirty="0"/>
              <a:t> </a:t>
            </a:r>
            <a:r>
              <a:rPr lang="en-US" b="1" i="0" dirty="0" err="1"/>
              <a:t>aanwijzing</a:t>
            </a:r>
            <a:r>
              <a:rPr lang="en-US" b="1" i="0" dirty="0"/>
              <a:t>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0535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0F17D-48FE-2EA4-4BA9-D98318D2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A14E27E-DAA1-59EB-11E7-2CE7F9E41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4FD81A3-8F1C-0406-C64F-92056B261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/>
              <a:t>CISSE:</a:t>
            </a:r>
          </a:p>
          <a:p>
            <a:r>
              <a:rPr lang="en-US" b="1" i="0" dirty="0"/>
              <a:t>Bij het </a:t>
            </a:r>
            <a:r>
              <a:rPr lang="en-US" b="1" i="0" dirty="0" err="1"/>
              <a:t>opschonen</a:t>
            </a:r>
            <a:r>
              <a:rPr lang="en-US" b="1" i="0" dirty="0"/>
              <a:t> </a:t>
            </a:r>
            <a:r>
              <a:rPr lang="en-US" b="1" i="0" dirty="0" err="1"/>
              <a:t>hebben</a:t>
            </a:r>
            <a:r>
              <a:rPr lang="en-US" b="1" i="0" dirty="0"/>
              <a:t> we </a:t>
            </a:r>
            <a:r>
              <a:rPr lang="en-US" b="1" i="0" dirty="0" err="1"/>
              <a:t>eerst</a:t>
            </a:r>
            <a:r>
              <a:rPr lang="en-US" b="1" i="0" dirty="0"/>
              <a:t> de </a:t>
            </a:r>
            <a:r>
              <a:rPr lang="en-US" b="1" i="0" dirty="0" err="1"/>
              <a:t>nutteloze</a:t>
            </a:r>
            <a:r>
              <a:rPr lang="en-US" b="1" i="0" dirty="0"/>
              <a:t> </a:t>
            </a:r>
            <a:r>
              <a:rPr lang="en-US" b="1" i="0" dirty="0" err="1"/>
              <a:t>ruis-kolommen</a:t>
            </a:r>
            <a:r>
              <a:rPr lang="en-US" b="1" i="0" dirty="0"/>
              <a:t> </a:t>
            </a:r>
            <a:r>
              <a:rPr lang="en-US" b="1" i="0" dirty="0" err="1"/>
              <a:t>verwijderd</a:t>
            </a:r>
            <a:r>
              <a:rPr lang="en-US" b="1" i="0" dirty="0"/>
              <a:t>. </a:t>
            </a:r>
          </a:p>
          <a:p>
            <a:r>
              <a:rPr lang="en-US" b="1" i="0" dirty="0"/>
              <a:t>Maar </a:t>
            </a:r>
            <a:r>
              <a:rPr lang="en-US" b="1" i="0" dirty="0" err="1"/>
              <a:t>voor</a:t>
            </a:r>
            <a:r>
              <a:rPr lang="en-US" b="1" i="0" dirty="0"/>
              <a:t> de </a:t>
            </a:r>
            <a:r>
              <a:rPr lang="en-US" b="1" i="0" dirty="0" err="1"/>
              <a:t>overige</a:t>
            </a:r>
            <a:r>
              <a:rPr lang="en-US" b="1" i="0" dirty="0"/>
              <a:t> </a:t>
            </a:r>
            <a:r>
              <a:rPr lang="en-US" b="1" i="0" dirty="0" err="1"/>
              <a:t>ontbrekende</a:t>
            </a:r>
            <a:r>
              <a:rPr lang="en-US" b="1" i="0" dirty="0"/>
              <a:t> data </a:t>
            </a:r>
            <a:r>
              <a:rPr lang="en-US" b="1" i="0" dirty="0" err="1"/>
              <a:t>hebben</a:t>
            </a:r>
            <a:r>
              <a:rPr lang="en-US" b="1" i="0" dirty="0"/>
              <a:t> we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bewuste</a:t>
            </a:r>
            <a:r>
              <a:rPr lang="en-US" b="1" i="0" dirty="0"/>
              <a:t> </a:t>
            </a:r>
            <a:r>
              <a:rPr lang="en-US" b="1" i="0" dirty="0" err="1"/>
              <a:t>keuze</a:t>
            </a:r>
            <a:r>
              <a:rPr lang="en-US" b="1" i="0" dirty="0"/>
              <a:t> </a:t>
            </a:r>
            <a:r>
              <a:rPr lang="en-US" b="1" i="0" dirty="0" err="1"/>
              <a:t>gemaakt</a:t>
            </a:r>
            <a:r>
              <a:rPr lang="en-US" b="1" i="0" dirty="0"/>
              <a:t>: </a:t>
            </a:r>
            <a:r>
              <a:rPr lang="en-US" b="1" i="0" dirty="0" err="1"/>
              <a:t>getallen</a:t>
            </a:r>
            <a:r>
              <a:rPr lang="en-US" b="1" i="0" dirty="0"/>
              <a:t> </a:t>
            </a:r>
            <a:r>
              <a:rPr lang="en-US" b="1" i="0" dirty="0" err="1"/>
              <a:t>hebben</a:t>
            </a:r>
            <a:r>
              <a:rPr lang="en-US" b="1" i="0" dirty="0"/>
              <a:t> we </a:t>
            </a:r>
            <a:r>
              <a:rPr lang="en-US" b="1" i="0" dirty="0" err="1"/>
              <a:t>aangevuld</a:t>
            </a:r>
            <a:r>
              <a:rPr lang="en-US" b="1" i="0" dirty="0"/>
              <a:t> met de </a:t>
            </a:r>
            <a:r>
              <a:rPr lang="en-US" b="1" i="0" dirty="0" err="1"/>
              <a:t>mediaan</a:t>
            </a:r>
            <a:r>
              <a:rPr lang="en-US" b="1" i="0" dirty="0"/>
              <a:t>, </a:t>
            </a:r>
          </a:p>
          <a:p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ontbrekende</a:t>
            </a:r>
            <a:r>
              <a:rPr lang="en-US" b="1" i="0" dirty="0"/>
              <a:t> </a:t>
            </a:r>
            <a:r>
              <a:rPr lang="en-US" b="1" i="0" dirty="0" err="1"/>
              <a:t>categorieën</a:t>
            </a:r>
            <a:r>
              <a:rPr lang="en-US" b="1" i="0" dirty="0"/>
              <a:t> </a:t>
            </a:r>
            <a:r>
              <a:rPr lang="en-US" b="1" i="0" dirty="0" err="1"/>
              <a:t>hebben</a:t>
            </a:r>
            <a:r>
              <a:rPr lang="en-US" b="1" i="0" dirty="0"/>
              <a:t> we </a:t>
            </a:r>
            <a:r>
              <a:rPr lang="en-US" b="1" i="0" dirty="0" err="1"/>
              <a:t>gelabeld</a:t>
            </a:r>
            <a:r>
              <a:rPr lang="en-US" b="1" i="0" dirty="0"/>
              <a:t> </a:t>
            </a:r>
            <a:r>
              <a:rPr lang="en-US" b="1" i="0" dirty="0" err="1"/>
              <a:t>als</a:t>
            </a:r>
            <a:r>
              <a:rPr lang="en-US" b="1" i="0" dirty="0"/>
              <a:t> 'Missing’. </a:t>
            </a:r>
          </a:p>
          <a:p>
            <a:r>
              <a:rPr lang="en-US" b="1" i="0" dirty="0"/>
              <a:t>We </a:t>
            </a:r>
            <a:r>
              <a:rPr lang="en-US" b="1" i="0" dirty="0" err="1"/>
              <a:t>merkten</a:t>
            </a:r>
            <a:r>
              <a:rPr lang="en-US" b="1" i="0" dirty="0"/>
              <a:t> </a:t>
            </a:r>
            <a:r>
              <a:rPr lang="en-US" b="1" i="0" dirty="0" err="1"/>
              <a:t>namelijk</a:t>
            </a:r>
            <a:r>
              <a:rPr lang="en-US" b="1" i="0" dirty="0"/>
              <a:t> in de </a:t>
            </a:r>
            <a:r>
              <a:rPr lang="en-US" b="1" i="0" dirty="0" err="1"/>
              <a:t>analyse</a:t>
            </a:r>
            <a:r>
              <a:rPr lang="en-US" b="1" i="0" dirty="0"/>
              <a:t> </a:t>
            </a:r>
            <a:r>
              <a:rPr lang="en-US" b="1" i="0" dirty="0" err="1"/>
              <a:t>dat</a:t>
            </a:r>
            <a:r>
              <a:rPr lang="en-US" b="1" i="0" dirty="0"/>
              <a:t> het </a:t>
            </a:r>
            <a:r>
              <a:rPr lang="en-US" b="1" i="0" dirty="0" err="1"/>
              <a:t>ontbreken</a:t>
            </a:r>
            <a:r>
              <a:rPr lang="en-US" b="1" i="0" dirty="0"/>
              <a:t> van data </a:t>
            </a:r>
            <a:r>
              <a:rPr lang="en-US" b="1" i="0" dirty="0" err="1"/>
              <a:t>zélf</a:t>
            </a:r>
            <a:r>
              <a:rPr lang="en-US" b="1" i="0" dirty="0"/>
              <a:t> </a:t>
            </a:r>
            <a:r>
              <a:rPr lang="en-US" b="1" i="0" dirty="0" err="1"/>
              <a:t>correleert</a:t>
            </a:r>
            <a:r>
              <a:rPr lang="en-US" b="1" i="0" dirty="0"/>
              <a:t> met </a:t>
            </a:r>
            <a:r>
              <a:rPr lang="en-US" b="1" i="0" dirty="0" err="1"/>
              <a:t>giftigheid</a:t>
            </a:r>
            <a:r>
              <a:rPr lang="en-US" b="1" i="0" dirty="0"/>
              <a:t>. </a:t>
            </a:r>
          </a:p>
          <a:p>
            <a:r>
              <a:rPr lang="en-US" b="1" i="0" dirty="0"/>
              <a:t>Door </a:t>
            </a:r>
            <a:r>
              <a:rPr lang="en-US" b="1" i="0" dirty="0" err="1"/>
              <a:t>dit</a:t>
            </a:r>
            <a:r>
              <a:rPr lang="en-US" b="1" i="0" dirty="0"/>
              <a:t> </a:t>
            </a:r>
            <a:r>
              <a:rPr lang="en-US" b="1" i="0" dirty="0" err="1"/>
              <a:t>als</a:t>
            </a:r>
            <a:r>
              <a:rPr lang="en-US" b="1" i="0" dirty="0"/>
              <a:t> </a:t>
            </a:r>
            <a:r>
              <a:rPr lang="en-US" b="1" i="0" dirty="0" err="1"/>
              <a:t>aparte</a:t>
            </a:r>
            <a:r>
              <a:rPr lang="en-US" b="1" i="0" dirty="0"/>
              <a:t> </a:t>
            </a:r>
            <a:r>
              <a:rPr lang="en-US" b="1" i="0" dirty="0" err="1"/>
              <a:t>categorie</a:t>
            </a:r>
            <a:r>
              <a:rPr lang="en-US" b="1" i="0" dirty="0"/>
              <a:t>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bewaren</a:t>
            </a:r>
            <a:r>
              <a:rPr lang="en-US" b="1" i="0" dirty="0"/>
              <a:t>, </a:t>
            </a:r>
            <a:r>
              <a:rPr lang="en-US" b="1" i="0" dirty="0" err="1"/>
              <a:t>kan</a:t>
            </a:r>
            <a:r>
              <a:rPr lang="en-US" b="1" i="0" dirty="0"/>
              <a:t> het model </a:t>
            </a:r>
            <a:r>
              <a:rPr lang="en-US" b="1" i="0" dirty="0" err="1"/>
              <a:t>daar</a:t>
            </a:r>
            <a:r>
              <a:rPr lang="en-US" b="1" i="0" dirty="0"/>
              <a:t> </a:t>
            </a:r>
            <a:r>
              <a:rPr lang="en-US" b="1" i="0" dirty="0" err="1"/>
              <a:t>actief</a:t>
            </a:r>
            <a:r>
              <a:rPr lang="en-US" b="1" i="0" dirty="0"/>
              <a:t> van </a:t>
            </a:r>
            <a:r>
              <a:rPr lang="en-US" b="1" i="0" dirty="0" err="1"/>
              <a:t>leren</a:t>
            </a:r>
            <a:r>
              <a:rPr lang="en-US" b="1" i="0" dirty="0"/>
              <a:t>.</a:t>
            </a:r>
            <a:endParaRPr lang="nl-NL" b="1" i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BD852E9-ED6B-E236-F463-AD2CB830F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3622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/>
              <a:t>CISSE:</a:t>
            </a:r>
          </a:p>
          <a:p>
            <a:r>
              <a:rPr lang="en-US" b="1" i="0" dirty="0"/>
              <a:t>Om de </a:t>
            </a:r>
            <a:r>
              <a:rPr lang="en-US" b="1" i="0" dirty="0" err="1"/>
              <a:t>voorspelkracht</a:t>
            </a:r>
            <a:r>
              <a:rPr lang="en-US" b="1" i="0" dirty="0"/>
              <a:t>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vergroten</a:t>
            </a:r>
            <a:r>
              <a:rPr lang="en-US" b="1" i="0" dirty="0"/>
              <a:t>, </a:t>
            </a:r>
            <a:r>
              <a:rPr lang="en-US" b="1" i="0" dirty="0" err="1"/>
              <a:t>hebben</a:t>
            </a:r>
            <a:r>
              <a:rPr lang="en-US" b="1" i="0" dirty="0"/>
              <a:t> we twee </a:t>
            </a:r>
            <a:r>
              <a:rPr lang="en-US" b="1" i="0" dirty="0" err="1"/>
              <a:t>nieuwe</a:t>
            </a:r>
            <a:r>
              <a:rPr lang="en-US" b="1" i="0" dirty="0"/>
              <a:t> features </a:t>
            </a:r>
            <a:r>
              <a:rPr lang="en-US" b="1" i="0" dirty="0" err="1"/>
              <a:t>gecreëerd</a:t>
            </a:r>
            <a:r>
              <a:rPr lang="en-US" b="1" i="0" dirty="0"/>
              <a:t>: </a:t>
            </a:r>
          </a:p>
          <a:p>
            <a:r>
              <a:rPr lang="en-US" b="1" i="0" dirty="0"/>
              <a:t>het </a:t>
            </a:r>
            <a:r>
              <a:rPr lang="en-US" b="1" i="0" dirty="0" err="1"/>
              <a:t>stam</a:t>
            </a:r>
            <a:r>
              <a:rPr lang="en-US" b="1" i="0" dirty="0"/>
              <a:t>-volume via de </a:t>
            </a:r>
            <a:r>
              <a:rPr lang="en-US" b="1" i="0" dirty="0" err="1"/>
              <a:t>cilinderformule</a:t>
            </a:r>
            <a:r>
              <a:rPr lang="en-US" b="1" i="0" dirty="0"/>
              <a:t>, </a:t>
            </a:r>
            <a:r>
              <a:rPr lang="en-US" b="1" i="0" dirty="0" err="1"/>
              <a:t>en</a:t>
            </a:r>
            <a:r>
              <a:rPr lang="en-US" b="1" i="0" dirty="0"/>
              <a:t> het </a:t>
            </a:r>
            <a:r>
              <a:rPr lang="en-US" b="1" i="0" dirty="0" err="1"/>
              <a:t>kwadraat</a:t>
            </a:r>
            <a:r>
              <a:rPr lang="en-US" b="1" i="0" dirty="0"/>
              <a:t> van de </a:t>
            </a:r>
            <a:r>
              <a:rPr lang="en-US" b="1" i="0" dirty="0" err="1"/>
              <a:t>hoeddiameter</a:t>
            </a:r>
            <a:r>
              <a:rPr lang="en-US" b="1" i="0" dirty="0"/>
              <a:t> om </a:t>
            </a:r>
            <a:r>
              <a:rPr lang="en-US" b="1" i="0" dirty="0" err="1"/>
              <a:t>niet-lineaire</a:t>
            </a:r>
            <a:r>
              <a:rPr lang="en-US" b="1" i="0" dirty="0"/>
              <a:t> </a:t>
            </a:r>
            <a:r>
              <a:rPr lang="en-US" b="1" i="0" dirty="0" err="1"/>
              <a:t>effecten</a:t>
            </a:r>
            <a:r>
              <a:rPr lang="en-US" b="1" i="0" dirty="0"/>
              <a:t>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vangen</a:t>
            </a:r>
            <a:r>
              <a:rPr lang="en-US" b="1" i="0" dirty="0"/>
              <a:t>. </a:t>
            </a:r>
          </a:p>
          <a:p>
            <a:r>
              <a:rPr lang="en-US" b="1" i="0" dirty="0" err="1"/>
              <a:t>Vervolgens</a:t>
            </a:r>
            <a:r>
              <a:rPr lang="en-US" b="1" i="0" dirty="0"/>
              <a:t> </a:t>
            </a:r>
            <a:r>
              <a:rPr lang="en-US" b="1" i="0" dirty="0" err="1"/>
              <a:t>hebben</a:t>
            </a:r>
            <a:r>
              <a:rPr lang="en-US" b="1" i="0" dirty="0"/>
              <a:t> we One-Hot Encoding </a:t>
            </a:r>
            <a:r>
              <a:rPr lang="en-US" b="1" i="0" dirty="0" err="1"/>
              <a:t>gebruikt</a:t>
            </a:r>
            <a:r>
              <a:rPr lang="en-US" b="1" i="0" dirty="0"/>
              <a:t>. </a:t>
            </a:r>
            <a:r>
              <a:rPr lang="en-US" b="1" i="0" dirty="0" err="1"/>
              <a:t>Waarom</a:t>
            </a:r>
            <a:r>
              <a:rPr lang="en-US" b="1" i="0" dirty="0"/>
              <a:t>? </a:t>
            </a:r>
            <a:r>
              <a:rPr lang="en-US" b="1" i="0" dirty="0" err="1"/>
              <a:t>Omdat</a:t>
            </a:r>
            <a:r>
              <a:rPr lang="en-US" b="1" i="0" dirty="0"/>
              <a:t> </a:t>
            </a:r>
            <a:r>
              <a:rPr lang="en-US" b="1" i="0" dirty="0" err="1"/>
              <a:t>kleuren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geuren</a:t>
            </a:r>
            <a:r>
              <a:rPr lang="en-US" b="1" i="0" dirty="0"/>
              <a:t> </a:t>
            </a:r>
            <a:r>
              <a:rPr lang="en-US" b="1" i="0" dirty="0" err="1"/>
              <a:t>geen</a:t>
            </a:r>
            <a:r>
              <a:rPr lang="en-US" b="1" i="0" dirty="0"/>
              <a:t> </a:t>
            </a:r>
            <a:r>
              <a:rPr lang="en-US" b="1" i="0" dirty="0" err="1"/>
              <a:t>wiskundige</a:t>
            </a:r>
            <a:r>
              <a:rPr lang="en-US" b="1" i="0" dirty="0"/>
              <a:t> </a:t>
            </a:r>
            <a:r>
              <a:rPr lang="en-US" b="1" i="0" dirty="0" err="1"/>
              <a:t>rangorde</a:t>
            </a:r>
            <a:r>
              <a:rPr lang="en-US" b="1" i="0" dirty="0"/>
              <a:t> </a:t>
            </a:r>
            <a:r>
              <a:rPr lang="en-US" b="1" i="0" dirty="0" err="1"/>
              <a:t>hebben</a:t>
            </a:r>
            <a:r>
              <a:rPr lang="en-US" b="1" i="0" dirty="0"/>
              <a:t>. </a:t>
            </a:r>
          </a:p>
          <a:p>
            <a:r>
              <a:rPr lang="en-US" b="1" i="0" dirty="0"/>
              <a:t>Met One-Hot Encoding </a:t>
            </a:r>
            <a:r>
              <a:rPr lang="en-US" b="1" i="0" dirty="0" err="1"/>
              <a:t>voorkomen</a:t>
            </a:r>
            <a:r>
              <a:rPr lang="en-US" b="1" i="0" dirty="0"/>
              <a:t> we </a:t>
            </a:r>
            <a:r>
              <a:rPr lang="en-US" b="1" i="0" dirty="0" err="1"/>
              <a:t>dat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model </a:t>
            </a:r>
            <a:r>
              <a:rPr lang="en-US" b="1" i="0" dirty="0" err="1"/>
              <a:t>denkt</a:t>
            </a:r>
            <a:r>
              <a:rPr lang="en-US" b="1" i="0" dirty="0"/>
              <a:t> </a:t>
            </a:r>
            <a:r>
              <a:rPr lang="en-US" b="1" i="0" dirty="0" err="1"/>
              <a:t>dat</a:t>
            </a:r>
            <a:r>
              <a:rPr lang="en-US" b="1" i="0" dirty="0"/>
              <a:t> </a:t>
            </a:r>
            <a:r>
              <a:rPr lang="en-US" b="1" i="0" dirty="0" err="1"/>
              <a:t>kleur</a:t>
            </a:r>
            <a:r>
              <a:rPr lang="en-US" b="1" i="0" dirty="0"/>
              <a:t> 3 '</a:t>
            </a:r>
            <a:r>
              <a:rPr lang="en-US" b="1" i="0" dirty="0" err="1"/>
              <a:t>meer</a:t>
            </a:r>
            <a:r>
              <a:rPr lang="en-US" b="1" i="0" dirty="0"/>
              <a:t> </a:t>
            </a:r>
            <a:r>
              <a:rPr lang="en-US" b="1" i="0" dirty="0" err="1"/>
              <a:t>waard</a:t>
            </a:r>
            <a:r>
              <a:rPr lang="en-US" b="1" i="0" dirty="0"/>
              <a:t>' is dan </a:t>
            </a:r>
            <a:r>
              <a:rPr lang="en-US" b="1" i="0" dirty="0" err="1"/>
              <a:t>kleur</a:t>
            </a:r>
            <a:r>
              <a:rPr lang="en-US" b="1" i="0" dirty="0"/>
              <a:t> 1.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2887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/>
              <a:t>CISSE:</a:t>
            </a:r>
          </a:p>
          <a:p>
            <a:r>
              <a:rPr lang="en-US" b="1" i="0" dirty="0"/>
              <a:t>Voor we </a:t>
            </a:r>
            <a:r>
              <a:rPr lang="en-US" b="1" i="0" dirty="0" err="1"/>
              <a:t>gingen</a:t>
            </a:r>
            <a:r>
              <a:rPr lang="en-US" b="1" i="0" dirty="0"/>
              <a:t> </a:t>
            </a:r>
            <a:r>
              <a:rPr lang="en-US" b="1" i="0" dirty="0" err="1"/>
              <a:t>trainen</a:t>
            </a:r>
            <a:r>
              <a:rPr lang="en-US" b="1" i="0" dirty="0"/>
              <a:t>, </a:t>
            </a:r>
            <a:r>
              <a:rPr lang="en-US" b="1" i="0" dirty="0" err="1"/>
              <a:t>hebben</a:t>
            </a:r>
            <a:r>
              <a:rPr lang="en-US" b="1" i="0" dirty="0"/>
              <a:t> we de data </a:t>
            </a:r>
            <a:r>
              <a:rPr lang="en-US" b="1" i="0" dirty="0" err="1"/>
              <a:t>netjes</a:t>
            </a:r>
            <a:r>
              <a:rPr lang="en-US" b="1" i="0" dirty="0"/>
              <a:t> </a:t>
            </a:r>
            <a:r>
              <a:rPr lang="en-US" b="1" i="0" dirty="0" err="1"/>
              <a:t>gesplitst</a:t>
            </a:r>
            <a:r>
              <a:rPr lang="en-US" b="1" i="0" dirty="0"/>
              <a:t> in 70% training, 20% </a:t>
            </a:r>
            <a:r>
              <a:rPr lang="en-US" b="1" i="0" dirty="0" err="1"/>
              <a:t>validatie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10% test data. </a:t>
            </a:r>
          </a:p>
          <a:p>
            <a:r>
              <a:rPr lang="en-US" b="1" i="0" dirty="0"/>
              <a:t>Die 10% </a:t>
            </a:r>
            <a:r>
              <a:rPr lang="en-US" b="1" i="0" dirty="0" err="1"/>
              <a:t>testset</a:t>
            </a:r>
            <a:r>
              <a:rPr lang="en-US" b="1" i="0" dirty="0"/>
              <a:t> </a:t>
            </a:r>
            <a:r>
              <a:rPr lang="en-US" b="1" i="0" dirty="0" err="1"/>
              <a:t>hebben</a:t>
            </a:r>
            <a:r>
              <a:rPr lang="en-US" b="1" i="0" dirty="0"/>
              <a:t> we in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kluis</a:t>
            </a:r>
            <a:r>
              <a:rPr lang="en-US" b="1" i="0" dirty="0"/>
              <a:t> </a:t>
            </a:r>
            <a:r>
              <a:rPr lang="en-US" b="1" i="0" dirty="0" err="1"/>
              <a:t>gestopt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pas </a:t>
            </a:r>
            <a:r>
              <a:rPr lang="en-US" b="1" i="0" dirty="0" err="1"/>
              <a:t>helemaal</a:t>
            </a:r>
            <a:r>
              <a:rPr lang="en-US" b="1" i="0" dirty="0"/>
              <a:t> op het </a:t>
            </a:r>
            <a:r>
              <a:rPr lang="en-US" b="1" i="0" dirty="0" err="1"/>
              <a:t>einde</a:t>
            </a:r>
            <a:r>
              <a:rPr lang="en-US" b="1" i="0" dirty="0"/>
              <a:t> </a:t>
            </a:r>
            <a:r>
              <a:rPr lang="en-US" b="1" i="0" dirty="0" err="1"/>
              <a:t>één</a:t>
            </a:r>
            <a:r>
              <a:rPr lang="en-US" b="1" i="0" dirty="0"/>
              <a:t> </a:t>
            </a:r>
            <a:r>
              <a:rPr lang="en-US" b="1" i="0" dirty="0" err="1"/>
              <a:t>keer</a:t>
            </a:r>
            <a:r>
              <a:rPr lang="en-US" b="1" i="0" dirty="0"/>
              <a:t> </a:t>
            </a:r>
            <a:r>
              <a:rPr lang="en-US" b="1" i="0" dirty="0" err="1"/>
              <a:t>bekeken</a:t>
            </a:r>
            <a:r>
              <a:rPr lang="en-US" b="1" i="0" dirty="0"/>
              <a:t>. </a:t>
            </a:r>
          </a:p>
          <a:p>
            <a:r>
              <a:rPr lang="en-US" b="1" i="0" dirty="0"/>
              <a:t>Heel </a:t>
            </a:r>
            <a:r>
              <a:rPr lang="en-US" b="1" i="0" dirty="0" err="1"/>
              <a:t>belangrijk</a:t>
            </a:r>
            <a:r>
              <a:rPr lang="en-US" b="1" i="0" dirty="0"/>
              <a:t>: alle </a:t>
            </a:r>
            <a:r>
              <a:rPr lang="en-US" b="1" i="0" dirty="0" err="1"/>
              <a:t>imputatie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encoding zit </a:t>
            </a:r>
            <a:r>
              <a:rPr lang="en-US" b="1" i="0" dirty="0" err="1"/>
              <a:t>binnen</a:t>
            </a:r>
            <a:r>
              <a:rPr lang="en-US" b="1" i="0" dirty="0"/>
              <a:t> Scikit-Learn pipelines. </a:t>
            </a:r>
          </a:p>
          <a:p>
            <a:r>
              <a:rPr lang="en-US" b="1" i="0" dirty="0" err="1"/>
              <a:t>Daardoor</a:t>
            </a:r>
            <a:r>
              <a:rPr lang="en-US" b="1" i="0" dirty="0"/>
              <a:t> </a:t>
            </a:r>
            <a:r>
              <a:rPr lang="en-US" b="1" i="0" dirty="0" err="1"/>
              <a:t>lekt</a:t>
            </a:r>
            <a:r>
              <a:rPr lang="en-US" b="1" i="0" dirty="0"/>
              <a:t> er </a:t>
            </a:r>
            <a:r>
              <a:rPr lang="en-US" b="1" i="0" dirty="0" err="1"/>
              <a:t>tijdens</a:t>
            </a:r>
            <a:r>
              <a:rPr lang="en-US" b="1" i="0" dirty="0"/>
              <a:t> de cross-validation </a:t>
            </a:r>
            <a:r>
              <a:rPr lang="en-US" b="1" i="0" dirty="0" err="1"/>
              <a:t>geen</a:t>
            </a:r>
            <a:r>
              <a:rPr lang="en-US" b="1" i="0" dirty="0"/>
              <a:t> </a:t>
            </a:r>
            <a:r>
              <a:rPr lang="en-US" b="1" i="0" dirty="0" err="1"/>
              <a:t>enkele</a:t>
            </a:r>
            <a:r>
              <a:rPr lang="en-US" b="1" i="0" dirty="0"/>
              <a:t> </a:t>
            </a:r>
            <a:r>
              <a:rPr lang="en-US" b="1" i="0" dirty="0" err="1"/>
              <a:t>informatie</a:t>
            </a:r>
            <a:r>
              <a:rPr lang="en-US" b="1" i="0" dirty="0"/>
              <a:t> van de test-folds </a:t>
            </a:r>
            <a:r>
              <a:rPr lang="en-US" b="1" i="0" dirty="0" err="1"/>
              <a:t>naar</a:t>
            </a:r>
            <a:r>
              <a:rPr lang="en-US" b="1" i="0" dirty="0"/>
              <a:t> de trainings-folds.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51750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/>
              <a:t>CISSE:</a:t>
            </a:r>
          </a:p>
          <a:p>
            <a:r>
              <a:rPr lang="en-US" b="1" i="0" dirty="0"/>
              <a:t>We </a:t>
            </a:r>
            <a:r>
              <a:rPr lang="en-US" b="1" i="0" dirty="0" err="1"/>
              <a:t>hebben</a:t>
            </a:r>
            <a:r>
              <a:rPr lang="en-US" b="1" i="0" dirty="0"/>
              <a:t> </a:t>
            </a:r>
            <a:r>
              <a:rPr lang="en-US" b="1" i="0" dirty="0" err="1"/>
              <a:t>eerst</a:t>
            </a:r>
            <a:r>
              <a:rPr lang="en-US" b="1" i="0" dirty="0"/>
              <a:t> </a:t>
            </a:r>
            <a:r>
              <a:rPr lang="en-US" b="1" i="0" dirty="0" err="1"/>
              <a:t>PyCaret</a:t>
            </a:r>
            <a:r>
              <a:rPr lang="en-US" b="1" i="0" dirty="0"/>
              <a:t> </a:t>
            </a:r>
            <a:r>
              <a:rPr lang="en-US" b="1" i="0" dirty="0" err="1"/>
              <a:t>losgelaten</a:t>
            </a:r>
            <a:r>
              <a:rPr lang="en-US" b="1" i="0" dirty="0"/>
              <a:t> op de data om 14 </a:t>
            </a:r>
            <a:r>
              <a:rPr lang="en-US" b="1" i="0" dirty="0" err="1"/>
              <a:t>modellen</a:t>
            </a:r>
            <a:r>
              <a:rPr lang="en-US" b="1" i="0" dirty="0"/>
              <a:t>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vergelijken</a:t>
            </a:r>
            <a:r>
              <a:rPr lang="en-US" b="1" i="0" dirty="0"/>
              <a:t>. </a:t>
            </a:r>
          </a:p>
          <a:p>
            <a:r>
              <a:rPr lang="en-US" b="1" i="0" dirty="0"/>
              <a:t>Random Forest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XGBoost</a:t>
            </a:r>
            <a:r>
              <a:rPr lang="en-US" b="1" i="0" dirty="0"/>
              <a:t> </a:t>
            </a:r>
            <a:r>
              <a:rPr lang="en-US" b="1" i="0" dirty="0" err="1"/>
              <a:t>kwamen</a:t>
            </a:r>
            <a:r>
              <a:rPr lang="en-US" b="1" i="0" dirty="0"/>
              <a:t> </a:t>
            </a:r>
            <a:r>
              <a:rPr lang="en-US" b="1" i="0" dirty="0" err="1"/>
              <a:t>daar</a:t>
            </a:r>
            <a:r>
              <a:rPr lang="en-US" b="1" i="0" dirty="0"/>
              <a:t> </a:t>
            </a:r>
            <a:r>
              <a:rPr lang="en-US" b="1" i="0" dirty="0" err="1"/>
              <a:t>meteen</a:t>
            </a:r>
            <a:r>
              <a:rPr lang="en-US" b="1" i="0" dirty="0"/>
              <a:t> </a:t>
            </a:r>
            <a:r>
              <a:rPr lang="en-US" b="1" i="0" dirty="0" err="1"/>
              <a:t>als</a:t>
            </a:r>
            <a:r>
              <a:rPr lang="en-US" b="1" i="0" dirty="0"/>
              <a:t> </a:t>
            </a:r>
            <a:r>
              <a:rPr lang="en-US" b="1" i="0" dirty="0" err="1"/>
              <a:t>sterkste</a:t>
            </a:r>
            <a:r>
              <a:rPr lang="en-US" b="1" i="0" dirty="0"/>
              <a:t> </a:t>
            </a:r>
            <a:r>
              <a:rPr lang="en-US" b="1" i="0" dirty="0" err="1"/>
              <a:t>uit</a:t>
            </a:r>
            <a:r>
              <a:rPr lang="en-US" b="1" i="0" dirty="0"/>
              <a:t>. </a:t>
            </a:r>
          </a:p>
          <a:p>
            <a:r>
              <a:rPr lang="en-US" b="1" i="0" dirty="0" err="1"/>
              <a:t>Vervolgens</a:t>
            </a:r>
            <a:r>
              <a:rPr lang="en-US" b="1" i="0" dirty="0"/>
              <a:t> </a:t>
            </a:r>
            <a:r>
              <a:rPr lang="en-US" b="1" i="0" dirty="0" err="1"/>
              <a:t>hebben</a:t>
            </a:r>
            <a:r>
              <a:rPr lang="en-US" b="1" i="0" dirty="0"/>
              <a:t> we vier </a:t>
            </a:r>
            <a:r>
              <a:rPr lang="en-US" b="1" i="0" dirty="0" err="1"/>
              <a:t>modellen</a:t>
            </a:r>
            <a:r>
              <a:rPr lang="en-US" b="1" i="0" dirty="0"/>
              <a:t> heel </a:t>
            </a:r>
            <a:r>
              <a:rPr lang="en-US" b="1" i="0" dirty="0" err="1"/>
              <a:t>gericht</a:t>
            </a:r>
            <a:r>
              <a:rPr lang="en-US" b="1" i="0" dirty="0"/>
              <a:t> </a:t>
            </a:r>
            <a:r>
              <a:rPr lang="en-US" b="1" i="0" dirty="0" err="1"/>
              <a:t>getuned</a:t>
            </a:r>
            <a:r>
              <a:rPr lang="en-US" b="1" i="0" dirty="0"/>
              <a:t> met </a:t>
            </a:r>
            <a:r>
              <a:rPr lang="en-US" b="1" i="0" dirty="0" err="1"/>
              <a:t>RandomizedSearchCV</a:t>
            </a:r>
            <a:r>
              <a:rPr lang="en-US" b="1" i="0" dirty="0"/>
              <a:t>. </a:t>
            </a:r>
          </a:p>
          <a:p>
            <a:r>
              <a:rPr lang="en-US" b="1" i="0" dirty="0"/>
              <a:t>Random Forest won die ronde met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validatie</a:t>
            </a:r>
            <a:r>
              <a:rPr lang="en-US" b="1" i="0" dirty="0"/>
              <a:t>-accuracy van 77.6% </a:t>
            </a:r>
            <a:r>
              <a:rPr lang="en-US" b="1" i="0" dirty="0" err="1"/>
              <a:t>en</a:t>
            </a:r>
            <a:r>
              <a:rPr lang="en-US" b="1" i="0" dirty="0"/>
              <a:t> de </a:t>
            </a:r>
            <a:r>
              <a:rPr lang="en-US" b="1" i="0" dirty="0" err="1"/>
              <a:t>hoogste</a:t>
            </a:r>
            <a:r>
              <a:rPr lang="en-US" b="1" i="0" dirty="0"/>
              <a:t> </a:t>
            </a:r>
            <a:r>
              <a:rPr lang="en-US" b="1" i="0" dirty="0" err="1"/>
              <a:t>herkenning</a:t>
            </a:r>
            <a:r>
              <a:rPr lang="en-US" b="1" i="0" dirty="0"/>
              <a:t> van </a:t>
            </a:r>
            <a:r>
              <a:rPr lang="en-US" b="1" i="0" dirty="0" err="1"/>
              <a:t>giftige</a:t>
            </a:r>
            <a:r>
              <a:rPr lang="en-US" b="1" i="0" dirty="0"/>
              <a:t> </a:t>
            </a:r>
            <a:r>
              <a:rPr lang="en-US" b="1" i="0" dirty="0" err="1"/>
              <a:t>paddenstoelen</a:t>
            </a:r>
            <a:r>
              <a:rPr lang="en-US" b="1" i="0" dirty="0"/>
              <a:t>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29033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DIMI:</a:t>
            </a:r>
          </a:p>
          <a:p>
            <a:r>
              <a:rPr lang="en-US" b="1" i="0" dirty="0"/>
              <a:t>In </a:t>
            </a:r>
            <a:r>
              <a:rPr lang="en-US" b="1" i="0" dirty="0" err="1"/>
              <a:t>plaats</a:t>
            </a:r>
            <a:r>
              <a:rPr lang="en-US" b="1" i="0" dirty="0"/>
              <a:t> van </a:t>
            </a:r>
            <a:r>
              <a:rPr lang="en-US" b="1" i="0" dirty="0" err="1"/>
              <a:t>gewoon</a:t>
            </a:r>
            <a:r>
              <a:rPr lang="en-US" b="1" i="0" dirty="0"/>
              <a:t> </a:t>
            </a:r>
            <a:r>
              <a:rPr lang="en-US" b="1" i="0" dirty="0" err="1"/>
              <a:t>één</a:t>
            </a:r>
            <a:r>
              <a:rPr lang="en-US" b="1" i="0" dirty="0"/>
              <a:t> </a:t>
            </a:r>
            <a:r>
              <a:rPr lang="en-US" b="1" i="0" dirty="0" err="1"/>
              <a:t>boommodel</a:t>
            </a:r>
            <a:r>
              <a:rPr lang="en-US" b="1" i="0" dirty="0"/>
              <a:t>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pakken</a:t>
            </a:r>
            <a:r>
              <a:rPr lang="en-US" b="1" i="0" dirty="0"/>
              <a:t>, </a:t>
            </a:r>
            <a:r>
              <a:rPr lang="en-US" b="1" i="0" dirty="0" err="1"/>
              <a:t>hebben</a:t>
            </a:r>
            <a:r>
              <a:rPr lang="en-US" b="1" i="0" dirty="0"/>
              <a:t> we </a:t>
            </a:r>
            <a:r>
              <a:rPr lang="en-US" b="1" i="0" dirty="0" err="1"/>
              <a:t>een</a:t>
            </a:r>
            <a:r>
              <a:rPr lang="en-US" b="1" i="0" dirty="0"/>
              <a:t> Stacking Ensemble </a:t>
            </a:r>
            <a:r>
              <a:rPr lang="en-US" b="1" i="0" dirty="0" err="1"/>
              <a:t>gebouwd</a:t>
            </a:r>
            <a:r>
              <a:rPr lang="en-US" b="1" i="0" dirty="0"/>
              <a:t>.</a:t>
            </a:r>
          </a:p>
          <a:p>
            <a:r>
              <a:rPr lang="en-US" b="1" i="0" dirty="0"/>
              <a:t>We </a:t>
            </a:r>
            <a:r>
              <a:rPr lang="en-US" b="1" i="0" dirty="0" err="1"/>
              <a:t>combineren</a:t>
            </a:r>
            <a:r>
              <a:rPr lang="en-US" b="1" i="0" dirty="0"/>
              <a:t> de vier </a:t>
            </a:r>
            <a:r>
              <a:rPr lang="en-US" b="1" i="0" dirty="0" err="1"/>
              <a:t>getunede</a:t>
            </a:r>
            <a:r>
              <a:rPr lang="en-US" b="1" i="0" dirty="0"/>
              <a:t> </a:t>
            </a:r>
            <a:r>
              <a:rPr lang="en-US" b="1" i="0" dirty="0" err="1"/>
              <a:t>modellen</a:t>
            </a:r>
            <a:r>
              <a:rPr lang="en-US" b="1" i="0" dirty="0"/>
              <a:t>,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Logistic Regression meta-model </a:t>
            </a:r>
            <a:r>
              <a:rPr lang="en-US" b="1" i="0" dirty="0" err="1"/>
              <a:t>leert</a:t>
            </a:r>
            <a:r>
              <a:rPr lang="en-US" b="1" i="0" dirty="0"/>
              <a:t> op </a:t>
            </a:r>
            <a:r>
              <a:rPr lang="en-US" b="1" i="0" dirty="0" err="1"/>
              <a:t>welke</a:t>
            </a:r>
            <a:r>
              <a:rPr lang="en-US" b="1" i="0" dirty="0"/>
              <a:t> </a:t>
            </a:r>
            <a:r>
              <a:rPr lang="en-US" b="1" i="0" dirty="0" err="1"/>
              <a:t>voorspeller</a:t>
            </a:r>
            <a:r>
              <a:rPr lang="en-US" b="1" i="0" dirty="0"/>
              <a:t> </a:t>
            </a:r>
            <a:r>
              <a:rPr lang="en-US" b="1" i="0" dirty="0" err="1"/>
              <a:t>hij</a:t>
            </a:r>
            <a:r>
              <a:rPr lang="en-US" b="1" i="0" dirty="0"/>
              <a:t> het best </a:t>
            </a:r>
            <a:r>
              <a:rPr lang="en-US" b="1" i="0" dirty="0" err="1"/>
              <a:t>kan</a:t>
            </a:r>
            <a:r>
              <a:rPr lang="en-US" b="1" i="0" dirty="0"/>
              <a:t> </a:t>
            </a:r>
            <a:r>
              <a:rPr lang="en-US" b="1" i="0" dirty="0" err="1"/>
              <a:t>vertrouwen</a:t>
            </a:r>
            <a:r>
              <a:rPr lang="en-US" b="1" i="0" dirty="0"/>
              <a:t>. </a:t>
            </a:r>
          </a:p>
          <a:p>
            <a:r>
              <a:rPr lang="en-US" b="1" i="0" dirty="0"/>
              <a:t>Op </a:t>
            </a:r>
            <a:r>
              <a:rPr lang="en-US" b="1" i="0" dirty="0" err="1"/>
              <a:t>onze</a:t>
            </a:r>
            <a:r>
              <a:rPr lang="en-US" b="1" i="0" dirty="0"/>
              <a:t> </a:t>
            </a:r>
            <a:r>
              <a:rPr lang="en-US" b="1" i="0" dirty="0" err="1"/>
              <a:t>onaangeraakte</a:t>
            </a:r>
            <a:r>
              <a:rPr lang="en-US" b="1" i="0" dirty="0"/>
              <a:t> </a:t>
            </a:r>
            <a:r>
              <a:rPr lang="en-US" b="1" i="0" dirty="0" err="1"/>
              <a:t>testset</a:t>
            </a:r>
            <a:r>
              <a:rPr lang="en-US" b="1" i="0" dirty="0"/>
              <a:t> </a:t>
            </a:r>
            <a:r>
              <a:rPr lang="en-US" b="1" i="0" dirty="0" err="1"/>
              <a:t>haalde</a:t>
            </a:r>
            <a:r>
              <a:rPr lang="en-US" b="1" i="0" dirty="0"/>
              <a:t> </a:t>
            </a:r>
            <a:r>
              <a:rPr lang="en-US" b="1" i="0" dirty="0" err="1"/>
              <a:t>dit</a:t>
            </a:r>
            <a:r>
              <a:rPr lang="en-US" b="1" i="0" dirty="0"/>
              <a:t> ensemble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mooie</a:t>
            </a:r>
            <a:r>
              <a:rPr lang="en-US" b="1" i="0" dirty="0"/>
              <a:t> score van 79.2% accuracy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AUC (</a:t>
            </a:r>
            <a:r>
              <a:rPr lang="en-US" b="1" dirty="0"/>
              <a:t>Area Under the Curve) </a:t>
            </a:r>
            <a:r>
              <a:rPr lang="en-US" b="1" i="0" dirty="0"/>
              <a:t>van 0.827.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6857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DIMI:</a:t>
            </a:r>
          </a:p>
          <a:p>
            <a:r>
              <a:rPr lang="en-US" b="1" i="0" dirty="0"/>
              <a:t>Hier zit de </a:t>
            </a:r>
            <a:r>
              <a:rPr lang="en-US" b="1" i="0" dirty="0" err="1"/>
              <a:t>echte</a:t>
            </a:r>
            <a:r>
              <a:rPr lang="en-US" b="1" i="0" dirty="0"/>
              <a:t> </a:t>
            </a:r>
            <a:r>
              <a:rPr lang="en-US" b="1" i="0" dirty="0" err="1"/>
              <a:t>essentie</a:t>
            </a:r>
            <a:r>
              <a:rPr lang="en-US" b="1" i="0" dirty="0"/>
              <a:t> van </a:t>
            </a:r>
            <a:r>
              <a:rPr lang="en-US" b="1" i="0" dirty="0" err="1"/>
              <a:t>ons</a:t>
            </a:r>
            <a:r>
              <a:rPr lang="en-US" b="1" i="0" dirty="0"/>
              <a:t> project. </a:t>
            </a:r>
          </a:p>
          <a:p>
            <a:r>
              <a:rPr lang="en-US" b="1" i="0" dirty="0"/>
              <a:t>Een </a:t>
            </a:r>
            <a:r>
              <a:rPr lang="en-US" b="1" i="0" dirty="0" err="1"/>
              <a:t>standaard</a:t>
            </a:r>
            <a:r>
              <a:rPr lang="en-US" b="1" i="0" dirty="0"/>
              <a:t> model </a:t>
            </a:r>
            <a:r>
              <a:rPr lang="en-US" b="1" i="0" dirty="0" err="1"/>
              <a:t>hanteert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grens</a:t>
            </a:r>
            <a:r>
              <a:rPr lang="en-US" b="1" i="0" dirty="0"/>
              <a:t> van 50%. Als we </a:t>
            </a:r>
            <a:r>
              <a:rPr lang="en-US" b="1" i="0" dirty="0" err="1"/>
              <a:t>dat</a:t>
            </a:r>
            <a:r>
              <a:rPr lang="en-US" b="1" i="0" dirty="0"/>
              <a:t> </a:t>
            </a:r>
            <a:r>
              <a:rPr lang="en-US" b="1" i="0" dirty="0" err="1"/>
              <a:t>doen</a:t>
            </a:r>
            <a:r>
              <a:rPr lang="en-US" b="1" i="0" dirty="0"/>
              <a:t>, </a:t>
            </a:r>
            <a:r>
              <a:rPr lang="en-US" b="1" i="0" dirty="0" err="1"/>
              <a:t>voorspelt</a:t>
            </a:r>
            <a:r>
              <a:rPr lang="en-US" b="1" i="0" dirty="0"/>
              <a:t> het model 50 </a:t>
            </a:r>
            <a:r>
              <a:rPr lang="en-US" b="1" i="0" dirty="0" err="1"/>
              <a:t>keer</a:t>
            </a:r>
            <a:r>
              <a:rPr lang="en-US" b="1" i="0" dirty="0"/>
              <a:t> </a:t>
            </a:r>
            <a:r>
              <a:rPr lang="en-US" b="1" i="0" dirty="0" err="1"/>
              <a:t>dat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giftige</a:t>
            </a:r>
            <a:r>
              <a:rPr lang="en-US" b="1" i="0" dirty="0"/>
              <a:t> </a:t>
            </a:r>
            <a:r>
              <a:rPr lang="en-US" b="1" i="0" dirty="0" err="1"/>
              <a:t>paddenstoel</a:t>
            </a:r>
            <a:r>
              <a:rPr lang="en-US" b="1" i="0" dirty="0"/>
              <a:t> </a:t>
            </a:r>
            <a:r>
              <a:rPr lang="en-US" b="1" i="0" dirty="0" err="1"/>
              <a:t>eetbaar</a:t>
            </a:r>
            <a:r>
              <a:rPr lang="en-US" b="1" i="0" dirty="0"/>
              <a:t> is. </a:t>
            </a:r>
          </a:p>
          <a:p>
            <a:r>
              <a:rPr lang="en-US" b="1" i="0" dirty="0" err="1"/>
              <a:t>Eén</a:t>
            </a:r>
            <a:r>
              <a:rPr lang="en-US" b="1" i="0" dirty="0"/>
              <a:t> hap </a:t>
            </a:r>
            <a:r>
              <a:rPr lang="en-US" b="1" i="0" dirty="0" err="1"/>
              <a:t>daarvan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iemand</a:t>
            </a:r>
            <a:r>
              <a:rPr lang="en-US" b="1" i="0" dirty="0"/>
              <a:t> </a:t>
            </a:r>
            <a:r>
              <a:rPr lang="en-US" b="1" i="0" dirty="0" err="1"/>
              <a:t>ligt</a:t>
            </a:r>
            <a:r>
              <a:rPr lang="en-US" b="1" i="0" dirty="0"/>
              <a:t> in het </a:t>
            </a:r>
            <a:r>
              <a:rPr lang="en-US" b="1" i="0" dirty="0" err="1"/>
              <a:t>ziekenhuis</a:t>
            </a:r>
            <a:r>
              <a:rPr lang="en-US" b="1" i="0" dirty="0"/>
              <a:t>. </a:t>
            </a:r>
            <a:r>
              <a:rPr lang="en-US" b="1" i="0" dirty="0" err="1"/>
              <a:t>Daarom</a:t>
            </a:r>
            <a:r>
              <a:rPr lang="en-US" b="1" i="0" dirty="0"/>
              <a:t> </a:t>
            </a:r>
            <a:r>
              <a:rPr lang="en-US" b="1" i="0" dirty="0" err="1"/>
              <a:t>hebben</a:t>
            </a:r>
            <a:r>
              <a:rPr lang="en-US" b="1" i="0" dirty="0"/>
              <a:t> we de </a:t>
            </a:r>
            <a:r>
              <a:rPr lang="en-US" b="1" i="0" dirty="0" err="1"/>
              <a:t>drempelwaarde</a:t>
            </a:r>
            <a:r>
              <a:rPr lang="en-US" b="1" i="0" dirty="0"/>
              <a:t> </a:t>
            </a:r>
            <a:r>
              <a:rPr lang="en-US" b="1" i="0" dirty="0" err="1"/>
              <a:t>verlaagd</a:t>
            </a:r>
            <a:r>
              <a:rPr lang="en-US" b="1" i="0" dirty="0"/>
              <a:t> </a:t>
            </a:r>
            <a:r>
              <a:rPr lang="en-US" b="1" i="0" dirty="0" err="1"/>
              <a:t>naar</a:t>
            </a:r>
            <a:r>
              <a:rPr lang="en-US" b="1" i="0" dirty="0"/>
              <a:t> 0.194. </a:t>
            </a:r>
          </a:p>
          <a:p>
            <a:r>
              <a:rPr lang="en-US" b="1" i="0" dirty="0" err="1"/>
              <a:t>Zodra</a:t>
            </a:r>
            <a:r>
              <a:rPr lang="en-US" b="1" i="0" dirty="0"/>
              <a:t> het model </a:t>
            </a:r>
            <a:r>
              <a:rPr lang="en-US" b="1" i="0" dirty="0" err="1"/>
              <a:t>ook</a:t>
            </a:r>
            <a:r>
              <a:rPr lang="en-US" b="1" i="0" dirty="0"/>
              <a:t> maar 20% </a:t>
            </a:r>
            <a:r>
              <a:rPr lang="en-US" b="1" i="0" dirty="0" err="1"/>
              <a:t>kans</a:t>
            </a:r>
            <a:r>
              <a:rPr lang="en-US" b="1" i="0" dirty="0"/>
              <a:t> op gif </a:t>
            </a:r>
            <a:r>
              <a:rPr lang="en-US" b="1" i="0" dirty="0" err="1"/>
              <a:t>ziet</a:t>
            </a:r>
            <a:r>
              <a:rPr lang="en-US" b="1" i="0" dirty="0"/>
              <a:t>, </a:t>
            </a:r>
            <a:r>
              <a:rPr lang="en-US" b="1" i="0" dirty="0" err="1"/>
              <a:t>slaan</a:t>
            </a:r>
            <a:r>
              <a:rPr lang="en-US" b="1" i="0" dirty="0"/>
              <a:t> we alarm. </a:t>
            </a:r>
            <a:r>
              <a:rPr lang="en-US" b="1" i="0" dirty="0" err="1"/>
              <a:t>Hierdoor</a:t>
            </a:r>
            <a:r>
              <a:rPr lang="en-US" b="1" i="0" dirty="0"/>
              <a:t> </a:t>
            </a:r>
            <a:r>
              <a:rPr lang="en-US" b="1" i="0" dirty="0" err="1"/>
              <a:t>kelderden</a:t>
            </a:r>
            <a:r>
              <a:rPr lang="en-US" b="1" i="0" dirty="0"/>
              <a:t> de </a:t>
            </a:r>
            <a:r>
              <a:rPr lang="en-US" b="1" i="0" dirty="0" err="1"/>
              <a:t>dodelijke</a:t>
            </a:r>
            <a:r>
              <a:rPr lang="en-US" b="1" i="0" dirty="0"/>
              <a:t> </a:t>
            </a:r>
            <a:r>
              <a:rPr lang="en-US" b="1" i="0" dirty="0" err="1"/>
              <a:t>missers</a:t>
            </a:r>
            <a:r>
              <a:rPr lang="en-US" b="1" i="0" dirty="0"/>
              <a:t> van 50 </a:t>
            </a:r>
            <a:r>
              <a:rPr lang="en-US" b="1" i="0" dirty="0" err="1"/>
              <a:t>naar</a:t>
            </a:r>
            <a:r>
              <a:rPr lang="en-US" b="1" i="0" dirty="0"/>
              <a:t> 10. </a:t>
            </a:r>
          </a:p>
          <a:p>
            <a:r>
              <a:rPr lang="en-US" b="1" i="0" dirty="0"/>
              <a:t>We </a:t>
            </a:r>
            <a:r>
              <a:rPr lang="en-US" b="1" i="0" dirty="0" err="1"/>
              <a:t>gooien</a:t>
            </a:r>
            <a:r>
              <a:rPr lang="en-US" b="1" i="0" dirty="0"/>
              <a:t> </a:t>
            </a:r>
            <a:r>
              <a:rPr lang="en-US" b="1" i="0" dirty="0" err="1"/>
              <a:t>liever</a:t>
            </a:r>
            <a:r>
              <a:rPr lang="en-US" b="1" i="0" dirty="0"/>
              <a:t> wat </a:t>
            </a:r>
            <a:r>
              <a:rPr lang="en-US" b="1" i="0" dirty="0" err="1"/>
              <a:t>goede</a:t>
            </a:r>
            <a:r>
              <a:rPr lang="en-US" b="1" i="0" dirty="0"/>
              <a:t> champignons </a:t>
            </a:r>
            <a:r>
              <a:rPr lang="en-US" b="1" i="0" dirty="0" err="1"/>
              <a:t>weg</a:t>
            </a:r>
            <a:r>
              <a:rPr lang="en-US" b="1" i="0" dirty="0"/>
              <a:t>, dan </a:t>
            </a:r>
            <a:r>
              <a:rPr lang="en-US" b="1" i="0" dirty="0" err="1"/>
              <a:t>dat</a:t>
            </a:r>
            <a:r>
              <a:rPr lang="en-US" b="1" i="0" dirty="0"/>
              <a:t> we </a:t>
            </a:r>
            <a:r>
              <a:rPr lang="en-US" b="1" i="0" dirty="0" err="1"/>
              <a:t>iemand</a:t>
            </a:r>
            <a:r>
              <a:rPr lang="en-US" b="1" i="0" dirty="0"/>
              <a:t> </a:t>
            </a:r>
            <a:r>
              <a:rPr lang="en-US" b="1" i="0" dirty="0" err="1"/>
              <a:t>vergiftigen</a:t>
            </a:r>
            <a:r>
              <a:rPr lang="en-US" b="1" i="0" dirty="0"/>
              <a:t>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6577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DIMI:</a:t>
            </a:r>
          </a:p>
          <a:p>
            <a:r>
              <a:rPr lang="en-US" b="1" i="0" dirty="0"/>
              <a:t>Hier </a:t>
            </a:r>
            <a:r>
              <a:rPr lang="en-US" b="1" i="0" dirty="0" err="1"/>
              <a:t>ziet</a:t>
            </a:r>
            <a:r>
              <a:rPr lang="en-US" b="1" i="0" dirty="0"/>
              <a:t> u </a:t>
            </a:r>
            <a:r>
              <a:rPr lang="en-US" b="1" i="0" dirty="0" err="1"/>
              <a:t>onze</a:t>
            </a:r>
            <a:r>
              <a:rPr lang="en-US" b="1" i="0" dirty="0"/>
              <a:t> ROC-curve. De AUC van 0.827 </a:t>
            </a:r>
            <a:r>
              <a:rPr lang="en-US" b="1" i="0" dirty="0" err="1"/>
              <a:t>bewijst</a:t>
            </a:r>
            <a:r>
              <a:rPr lang="en-US" b="1" i="0" dirty="0"/>
              <a:t> </a:t>
            </a:r>
            <a:r>
              <a:rPr lang="en-US" b="1" i="0" dirty="0" err="1"/>
              <a:t>dat</a:t>
            </a:r>
            <a:r>
              <a:rPr lang="en-US" b="1" i="0" dirty="0"/>
              <a:t> het model het </a:t>
            </a:r>
            <a:r>
              <a:rPr lang="en-US" b="1" i="0" dirty="0" err="1"/>
              <a:t>onderscheid</a:t>
            </a:r>
            <a:r>
              <a:rPr lang="en-US" b="1" i="0" dirty="0"/>
              <a:t> </a:t>
            </a:r>
            <a:r>
              <a:rPr lang="en-US" b="1" i="0" dirty="0" err="1"/>
              <a:t>uitstekend</a:t>
            </a:r>
            <a:r>
              <a:rPr lang="en-US" b="1" i="0" dirty="0"/>
              <a:t> </a:t>
            </a:r>
            <a:r>
              <a:rPr lang="en-US" b="1" i="0" dirty="0" err="1"/>
              <a:t>snapt</a:t>
            </a:r>
            <a:r>
              <a:rPr lang="en-US" b="1" i="0" dirty="0"/>
              <a:t>. </a:t>
            </a:r>
          </a:p>
          <a:p>
            <a:r>
              <a:rPr lang="en-US" b="1" i="0" dirty="0"/>
              <a:t>De rode </a:t>
            </a:r>
            <a:r>
              <a:rPr lang="en-US" b="1" i="0" dirty="0" err="1"/>
              <a:t>stip</a:t>
            </a:r>
            <a:r>
              <a:rPr lang="en-US" b="1" i="0" dirty="0"/>
              <a:t> </a:t>
            </a:r>
            <a:r>
              <a:rPr lang="en-US" b="1" i="0" dirty="0" err="1"/>
              <a:t>geeft</a:t>
            </a:r>
            <a:r>
              <a:rPr lang="en-US" b="1" i="0" dirty="0"/>
              <a:t> </a:t>
            </a:r>
            <a:r>
              <a:rPr lang="en-US" b="1" i="0" dirty="0" err="1"/>
              <a:t>precies</a:t>
            </a:r>
            <a:r>
              <a:rPr lang="en-US" b="1" i="0" dirty="0"/>
              <a:t> </a:t>
            </a:r>
            <a:r>
              <a:rPr lang="en-US" b="1" i="0" dirty="0" err="1"/>
              <a:t>onze</a:t>
            </a:r>
            <a:r>
              <a:rPr lang="en-US" b="1" i="0" dirty="0"/>
              <a:t> </a:t>
            </a:r>
            <a:r>
              <a:rPr lang="en-US" b="1" i="0" dirty="0" err="1"/>
              <a:t>veilige</a:t>
            </a:r>
            <a:r>
              <a:rPr lang="en-US" b="1" i="0" dirty="0"/>
              <a:t> threshold </a:t>
            </a:r>
            <a:r>
              <a:rPr lang="en-US" b="1" i="0" dirty="0" err="1"/>
              <a:t>aan</a:t>
            </a:r>
            <a:r>
              <a:rPr lang="en-US" b="1" i="0" dirty="0"/>
              <a:t>: het punt </a:t>
            </a:r>
            <a:r>
              <a:rPr lang="en-US" b="1" i="0" dirty="0" err="1"/>
              <a:t>waar</a:t>
            </a:r>
            <a:r>
              <a:rPr lang="en-US" b="1" i="0" dirty="0"/>
              <a:t> we </a:t>
            </a:r>
            <a:r>
              <a:rPr lang="en-US" b="1" i="0" dirty="0" err="1"/>
              <a:t>meer</a:t>
            </a:r>
            <a:r>
              <a:rPr lang="en-US" b="1" i="0" dirty="0"/>
              <a:t> dan 95% van de </a:t>
            </a:r>
            <a:r>
              <a:rPr lang="en-US" b="1" i="0" dirty="0" err="1"/>
              <a:t>giftige</a:t>
            </a:r>
            <a:r>
              <a:rPr lang="en-US" b="1" i="0" dirty="0"/>
              <a:t> </a:t>
            </a:r>
            <a:r>
              <a:rPr lang="en-US" b="1" i="0" dirty="0" err="1"/>
              <a:t>paddenstoelen</a:t>
            </a:r>
            <a:r>
              <a:rPr lang="en-US" b="1" i="0" dirty="0"/>
              <a:t> </a:t>
            </a:r>
            <a:r>
              <a:rPr lang="en-US" b="1" i="0" dirty="0" err="1"/>
              <a:t>onderscheppen</a:t>
            </a:r>
            <a:r>
              <a:rPr lang="en-US" b="1" i="0" dirty="0"/>
              <a:t>. </a:t>
            </a:r>
          </a:p>
          <a:p>
            <a:r>
              <a:rPr lang="en-US" b="1" i="0" dirty="0" err="1"/>
              <a:t>Onze</a:t>
            </a:r>
            <a:r>
              <a:rPr lang="en-US" b="1" i="0" dirty="0"/>
              <a:t> </a:t>
            </a:r>
            <a:r>
              <a:rPr lang="en-US" b="1" i="0" dirty="0" err="1"/>
              <a:t>eindconclusie</a:t>
            </a:r>
            <a:r>
              <a:rPr lang="en-US" b="1" i="0" dirty="0"/>
              <a:t> </a:t>
            </a:r>
            <a:r>
              <a:rPr lang="en-US" b="1" i="0" dirty="0" err="1"/>
              <a:t>voor</a:t>
            </a:r>
            <a:r>
              <a:rPr lang="en-US" b="1" i="0" dirty="0"/>
              <a:t> </a:t>
            </a:r>
            <a:r>
              <a:rPr lang="en-US" b="1" i="0" dirty="0" err="1"/>
              <a:t>dit</a:t>
            </a:r>
            <a:r>
              <a:rPr lang="en-US" b="1" i="0" dirty="0"/>
              <a:t> </a:t>
            </a:r>
            <a:r>
              <a:rPr lang="en-US" b="1" i="0" dirty="0" err="1"/>
              <a:t>deel</a:t>
            </a:r>
            <a:r>
              <a:rPr lang="en-US" b="1" i="0" dirty="0"/>
              <a:t> is dan </a:t>
            </a:r>
            <a:r>
              <a:rPr lang="en-US" b="1" i="0" dirty="0" err="1"/>
              <a:t>ook</a:t>
            </a:r>
            <a:r>
              <a:rPr lang="en-US" b="1" i="0" dirty="0"/>
              <a:t> </a:t>
            </a:r>
            <a:r>
              <a:rPr lang="en-US" b="1" i="0" dirty="0" err="1"/>
              <a:t>dat</a:t>
            </a:r>
            <a:r>
              <a:rPr lang="en-US" b="1" i="0" dirty="0"/>
              <a:t> </a:t>
            </a:r>
            <a:r>
              <a:rPr lang="en-US" b="1" i="0" dirty="0" err="1"/>
              <a:t>ethiek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domeinkennis</a:t>
            </a:r>
            <a:r>
              <a:rPr lang="en-US" b="1" i="0" dirty="0"/>
              <a:t> </a:t>
            </a:r>
            <a:r>
              <a:rPr lang="en-US" b="1" i="0" dirty="0" err="1"/>
              <a:t>belangrijker</a:t>
            </a:r>
            <a:r>
              <a:rPr lang="en-US" b="1" i="0" dirty="0"/>
              <a:t> </a:t>
            </a:r>
            <a:r>
              <a:rPr lang="en-US" b="1" i="0" dirty="0" err="1"/>
              <a:t>zijn</a:t>
            </a:r>
            <a:r>
              <a:rPr lang="en-US" b="1" i="0" dirty="0"/>
              <a:t> dan </a:t>
            </a:r>
            <a:r>
              <a:rPr lang="en-US" b="1" i="0" dirty="0" err="1"/>
              <a:t>een</a:t>
            </a:r>
            <a:r>
              <a:rPr lang="en-US" b="1" i="0" dirty="0"/>
              <a:t> blind </a:t>
            </a:r>
            <a:r>
              <a:rPr lang="en-US" b="1" i="0" dirty="0" err="1"/>
              <a:t>cijfertje</a:t>
            </a:r>
            <a:r>
              <a:rPr lang="en-US" b="1" i="0" dirty="0"/>
              <a:t> op </a:t>
            </a:r>
            <a:r>
              <a:rPr lang="en-US" b="1" i="0" dirty="0" err="1"/>
              <a:t>een</a:t>
            </a:r>
            <a:r>
              <a:rPr lang="en-US" b="1" i="0" dirty="0"/>
              <a:t> leaderboard.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6609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DD66A-70C8-9B56-708F-40EF7472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B57A7AB-DC90-88B3-E02E-B50553FE3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79E8F47-CDD0-B6FD-A949-AAB974951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/>
              <a:t>CISSE:</a:t>
            </a:r>
          </a:p>
          <a:p>
            <a:r>
              <a:rPr lang="en-US" b="1" i="0" dirty="0"/>
              <a:t>Via het Learner Lab </a:t>
            </a:r>
            <a:r>
              <a:rPr lang="en-US" b="1" i="0" dirty="0" err="1"/>
              <a:t>hebben</a:t>
            </a:r>
            <a:r>
              <a:rPr lang="en-US" b="1" i="0" dirty="0"/>
              <a:t> we </a:t>
            </a:r>
            <a:r>
              <a:rPr lang="en-US" b="1" i="0" dirty="0" err="1"/>
              <a:t>een</a:t>
            </a:r>
            <a:r>
              <a:rPr lang="en-US" b="1" i="0" dirty="0"/>
              <a:t> SageMaker notebook instance </a:t>
            </a:r>
            <a:r>
              <a:rPr lang="en-US" b="1" i="0" dirty="0" err="1"/>
              <a:t>opgezet</a:t>
            </a:r>
            <a:r>
              <a:rPr lang="en-US" b="1" i="0" dirty="0"/>
              <a:t> om </a:t>
            </a:r>
            <a:r>
              <a:rPr lang="en-US" b="1" i="0" dirty="0" err="1"/>
              <a:t>onze</a:t>
            </a:r>
            <a:r>
              <a:rPr lang="en-US" b="1" i="0" dirty="0"/>
              <a:t> </a:t>
            </a:r>
            <a:r>
              <a:rPr lang="en-US" b="1" i="0" dirty="0" err="1"/>
              <a:t>modellen</a:t>
            </a:r>
            <a:r>
              <a:rPr lang="en-US" b="1" i="0" dirty="0"/>
              <a:t> in de cloud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trainen</a:t>
            </a:r>
            <a:r>
              <a:rPr lang="en-US" b="1" i="0" dirty="0"/>
              <a:t>. </a:t>
            </a:r>
          </a:p>
          <a:p>
            <a:r>
              <a:rPr lang="en-US" b="1" i="0" dirty="0"/>
              <a:t>Het notebook </a:t>
            </a:r>
            <a:r>
              <a:rPr lang="en-US" b="1" i="0" dirty="0" err="1"/>
              <a:t>hebben</a:t>
            </a:r>
            <a:r>
              <a:rPr lang="en-US" b="1" i="0" dirty="0"/>
              <a:t> we </a:t>
            </a:r>
            <a:r>
              <a:rPr lang="en-US" b="1" i="0" dirty="0" err="1"/>
              <a:t>lokaal</a:t>
            </a:r>
            <a:r>
              <a:rPr lang="en-US" b="1" i="0" dirty="0"/>
              <a:t> </a:t>
            </a:r>
            <a:r>
              <a:rPr lang="en-US" b="1" i="0" dirty="0" err="1"/>
              <a:t>gedownload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in de repo </a:t>
            </a:r>
            <a:r>
              <a:rPr lang="en-US" b="1" i="0" dirty="0" err="1"/>
              <a:t>gezet</a:t>
            </a:r>
            <a:r>
              <a:rPr lang="en-US" b="1" i="0" dirty="0"/>
              <a:t>, </a:t>
            </a:r>
            <a:r>
              <a:rPr lang="en-US" b="1" i="0" dirty="0" err="1"/>
              <a:t>zodat</a:t>
            </a:r>
            <a:r>
              <a:rPr lang="en-US" b="1" i="0" dirty="0"/>
              <a:t> </a:t>
            </a:r>
            <a:r>
              <a:rPr lang="en-US" b="1" i="0" dirty="0" err="1"/>
              <a:t>alles</a:t>
            </a:r>
            <a:r>
              <a:rPr lang="en-US" b="1" i="0" dirty="0"/>
              <a:t> </a:t>
            </a:r>
            <a:r>
              <a:rPr lang="en-US" b="1" i="0" dirty="0" err="1"/>
              <a:t>volledig</a:t>
            </a:r>
            <a:r>
              <a:rPr lang="en-US" b="1" i="0" dirty="0"/>
              <a:t> </a:t>
            </a:r>
            <a:r>
              <a:rPr lang="en-US" b="1" i="0" dirty="0" err="1"/>
              <a:t>reproduceerbaar</a:t>
            </a:r>
            <a:r>
              <a:rPr lang="en-US" b="1" i="0" dirty="0"/>
              <a:t> is.</a:t>
            </a:r>
            <a:endParaRPr lang="nl-NL" b="1" i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4707337-FFCC-49CC-5D1E-14CAE47AB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74044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23891-5C7B-2C4B-3C79-42A4074F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8DC01EE-5754-5EF7-9664-29FB8E8E6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F47E61C-9C53-8EFD-3350-CE53534EF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/>
              <a:t>KOBE:</a:t>
            </a:r>
            <a:br>
              <a:rPr lang="en-US" b="1" i="0" dirty="0"/>
            </a:br>
            <a:r>
              <a:rPr lang="en-US" b="1" i="0" dirty="0"/>
              <a:t>We </a:t>
            </a:r>
            <a:r>
              <a:rPr lang="en-US" b="1" i="0" dirty="0" err="1"/>
              <a:t>hebben</a:t>
            </a:r>
            <a:r>
              <a:rPr lang="en-US" b="1" i="0" dirty="0"/>
              <a:t> </a:t>
            </a:r>
            <a:r>
              <a:rPr lang="en-US" b="1" i="0" dirty="0" err="1"/>
              <a:t>ons</a:t>
            </a:r>
            <a:r>
              <a:rPr lang="en-US" b="1" i="0" dirty="0"/>
              <a:t> </a:t>
            </a:r>
            <a:r>
              <a:rPr lang="en-US" b="1" i="0" dirty="0" err="1"/>
              <a:t>getrainde</a:t>
            </a:r>
            <a:r>
              <a:rPr lang="en-US" b="1" i="0" dirty="0"/>
              <a:t> model </a:t>
            </a:r>
            <a:r>
              <a:rPr lang="en-US" b="1" i="0" dirty="0" err="1"/>
              <a:t>geëxporteerd</a:t>
            </a:r>
            <a:r>
              <a:rPr lang="en-US" b="1" i="0" dirty="0"/>
              <a:t> </a:t>
            </a:r>
            <a:r>
              <a:rPr lang="en-US" b="1" i="0" dirty="0" err="1"/>
              <a:t>als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pickle-</a:t>
            </a:r>
            <a:r>
              <a:rPr lang="en-US" b="1" i="0" dirty="0" err="1"/>
              <a:t>bestand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gekoppeld</a:t>
            </a:r>
            <a:r>
              <a:rPr lang="en-US" b="1" i="0" dirty="0"/>
              <a:t> </a:t>
            </a:r>
            <a:r>
              <a:rPr lang="en-US" b="1" i="0" dirty="0" err="1"/>
              <a:t>aan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FastAPI</a:t>
            </a:r>
            <a:r>
              <a:rPr lang="en-US" b="1" i="0" dirty="0"/>
              <a:t> backend op </a:t>
            </a:r>
            <a:r>
              <a:rPr lang="en-US" b="1" i="0" dirty="0" err="1"/>
              <a:t>onze</a:t>
            </a:r>
            <a:r>
              <a:rPr lang="en-US" b="1" i="0" dirty="0"/>
              <a:t> eigen </a:t>
            </a:r>
            <a:r>
              <a:rPr lang="en-US" b="1" i="0" dirty="0" err="1"/>
              <a:t>virtuele</a:t>
            </a:r>
            <a:r>
              <a:rPr lang="en-US" b="1" i="0" dirty="0"/>
              <a:t> server in Oracle Cloud. </a:t>
            </a:r>
          </a:p>
          <a:p>
            <a:r>
              <a:rPr lang="en-US" b="1" i="0" dirty="0"/>
              <a:t>Als u op </a:t>
            </a:r>
            <a:r>
              <a:rPr lang="en-US" b="1" i="0" dirty="0" err="1"/>
              <a:t>onze</a:t>
            </a:r>
            <a:r>
              <a:rPr lang="en-US" b="1" i="0" dirty="0"/>
              <a:t> website de </a:t>
            </a:r>
            <a:r>
              <a:rPr lang="en-US" b="1" i="0" dirty="0" err="1"/>
              <a:t>kenmerken</a:t>
            </a:r>
            <a:r>
              <a:rPr lang="en-US" b="1" i="0" dirty="0"/>
              <a:t> van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paddenstoel</a:t>
            </a:r>
            <a:r>
              <a:rPr lang="en-US" b="1" i="0" dirty="0"/>
              <a:t> </a:t>
            </a:r>
            <a:r>
              <a:rPr lang="en-US" b="1" i="0" dirty="0" err="1"/>
              <a:t>aanklikt</a:t>
            </a:r>
            <a:r>
              <a:rPr lang="en-US" b="1" i="0" dirty="0"/>
              <a:t>, </a:t>
            </a:r>
            <a:r>
              <a:rPr lang="en-US" b="1" i="0" dirty="0" err="1"/>
              <a:t>krijgt</a:t>
            </a:r>
            <a:r>
              <a:rPr lang="en-US" b="1" i="0" dirty="0"/>
              <a:t> u </a:t>
            </a:r>
            <a:r>
              <a:rPr lang="en-US" b="1" i="0" dirty="0" err="1"/>
              <a:t>binnen</a:t>
            </a:r>
            <a:r>
              <a:rPr lang="en-US" b="1" i="0" dirty="0"/>
              <a:t> </a:t>
            </a:r>
            <a:r>
              <a:rPr lang="en-US" b="1" i="0" dirty="0" err="1"/>
              <a:t>milliseconden</a:t>
            </a:r>
            <a:r>
              <a:rPr lang="en-US" b="1" i="0" dirty="0"/>
              <a:t> live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waarschuwing</a:t>
            </a:r>
            <a:r>
              <a:rPr lang="en-US" b="1" i="0" dirty="0"/>
              <a:t>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zien</a:t>
            </a:r>
            <a:r>
              <a:rPr lang="en-US" b="1" i="0" dirty="0"/>
              <a:t>.</a:t>
            </a:r>
            <a:endParaRPr lang="nl-NL" b="1" i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296B6B9-2965-55C0-A56A-38043FBB4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2693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chemeClr val="accent4">
                    <a:lumMod val="75000"/>
                  </a:schemeClr>
                </a:solidFill>
              </a:rPr>
              <a:t>BRENT</a:t>
            </a:r>
            <a:r>
              <a:rPr lang="en-US" b="1" i="0" dirty="0">
                <a:solidFill>
                  <a:schemeClr val="accent4">
                    <a:lumMod val="75000"/>
                  </a:schemeClr>
                </a:solidFill>
                <a:highlight>
                  <a:srgbClr val="FF0000"/>
                </a:highlight>
              </a:rPr>
              <a:t>: </a:t>
            </a:r>
          </a:p>
          <a:p>
            <a:r>
              <a:rPr lang="en-US" b="1" i="0" dirty="0" err="1"/>
              <a:t>Toen</a:t>
            </a:r>
            <a:r>
              <a:rPr lang="en-US" b="1" i="0" dirty="0"/>
              <a:t> </a:t>
            </a:r>
            <a:r>
              <a:rPr lang="en-US" b="1" i="0" dirty="0" err="1"/>
              <a:t>kwamen</a:t>
            </a:r>
            <a:r>
              <a:rPr lang="en-US" b="1" i="0" dirty="0"/>
              <a:t> we </a:t>
            </a:r>
            <a:r>
              <a:rPr lang="en-US" b="1" i="0" dirty="0" err="1"/>
              <a:t>bij</a:t>
            </a:r>
            <a:r>
              <a:rPr lang="en-US" b="1" i="0" dirty="0"/>
              <a:t> Citi Bike. Dit was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gigantische</a:t>
            </a:r>
            <a:r>
              <a:rPr lang="en-US" b="1" i="0" dirty="0"/>
              <a:t> dataset van </a:t>
            </a:r>
            <a:r>
              <a:rPr lang="en-US" b="1" i="0" dirty="0" err="1"/>
              <a:t>bijna</a:t>
            </a:r>
            <a:r>
              <a:rPr lang="en-US" b="1" i="0" dirty="0"/>
              <a:t> 330 </a:t>
            </a:r>
            <a:r>
              <a:rPr lang="en-US" b="1" i="0" dirty="0" err="1"/>
              <a:t>miljoen</a:t>
            </a:r>
            <a:r>
              <a:rPr lang="en-US" b="1" i="0" dirty="0"/>
              <a:t> </a:t>
            </a:r>
            <a:r>
              <a:rPr lang="en-US" b="1" i="0" dirty="0" err="1"/>
              <a:t>ritten</a:t>
            </a:r>
            <a:r>
              <a:rPr lang="en-US" b="1" i="0" dirty="0"/>
              <a:t>. </a:t>
            </a:r>
          </a:p>
          <a:p>
            <a:r>
              <a:rPr lang="en-US" b="1" i="0" dirty="0"/>
              <a:t>We </a:t>
            </a:r>
            <a:r>
              <a:rPr lang="en-US" b="1" i="0" dirty="0" err="1"/>
              <a:t>hebben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script </a:t>
            </a:r>
            <a:r>
              <a:rPr lang="en-US" b="1" i="0" dirty="0" err="1"/>
              <a:t>geschreven</a:t>
            </a:r>
            <a:r>
              <a:rPr lang="en-US" b="1" i="0" dirty="0"/>
              <a:t> </a:t>
            </a:r>
            <a:r>
              <a:rPr lang="en-US" b="1" i="0" dirty="0" err="1"/>
              <a:t>dat</a:t>
            </a:r>
            <a:r>
              <a:rPr lang="en-US" b="1" i="0" dirty="0"/>
              <a:t> </a:t>
            </a:r>
            <a:r>
              <a:rPr lang="en-US" b="1" i="0" dirty="0" err="1"/>
              <a:t>alles</a:t>
            </a:r>
            <a:r>
              <a:rPr lang="en-US" b="1" i="0" dirty="0"/>
              <a:t> </a:t>
            </a:r>
            <a:r>
              <a:rPr lang="en-US" b="1" i="0" dirty="0" err="1"/>
              <a:t>automatisch</a:t>
            </a:r>
            <a:r>
              <a:rPr lang="en-US" b="1" i="0" dirty="0"/>
              <a:t> van Amazon S3 </a:t>
            </a:r>
            <a:r>
              <a:rPr lang="en-US" b="1" i="0" dirty="0" err="1"/>
              <a:t>downloadt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uitpakt</a:t>
            </a:r>
            <a:r>
              <a:rPr lang="en-US" b="1" i="0" dirty="0"/>
              <a:t>. </a:t>
            </a:r>
          </a:p>
          <a:p>
            <a:r>
              <a:rPr lang="en-US" b="1" i="0" dirty="0" err="1"/>
              <a:t>Omdat</a:t>
            </a:r>
            <a:r>
              <a:rPr lang="en-US" b="1" i="0" dirty="0"/>
              <a:t> we met </a:t>
            </a:r>
            <a:r>
              <a:rPr lang="en-US" b="1" i="0" dirty="0" err="1"/>
              <a:t>een</a:t>
            </a:r>
            <a:r>
              <a:rPr lang="en-US" b="1" i="0" dirty="0"/>
              <a:t> team </a:t>
            </a:r>
            <a:r>
              <a:rPr lang="en-US" b="1" i="0" dirty="0" err="1"/>
              <a:t>zijn</a:t>
            </a:r>
            <a:r>
              <a:rPr lang="en-US" b="1" i="0" dirty="0"/>
              <a:t>, </a:t>
            </a:r>
            <a:r>
              <a:rPr lang="en-US" b="1" i="0" dirty="0" err="1"/>
              <a:t>hebben</a:t>
            </a:r>
            <a:r>
              <a:rPr lang="en-US" b="1" i="0" dirty="0"/>
              <a:t> we twee </a:t>
            </a:r>
            <a:r>
              <a:rPr lang="en-US" b="1" i="0" dirty="0" err="1"/>
              <a:t>kanten</a:t>
            </a:r>
            <a:r>
              <a:rPr lang="en-US" b="1" i="0" dirty="0"/>
              <a:t> van het </a:t>
            </a:r>
            <a:r>
              <a:rPr lang="en-US" b="1" i="0" dirty="0" err="1"/>
              <a:t>probleem</a:t>
            </a:r>
            <a:r>
              <a:rPr lang="en-US" b="1" i="0" dirty="0"/>
              <a:t> </a:t>
            </a:r>
            <a:r>
              <a:rPr lang="en-US" b="1" i="0" dirty="0" err="1"/>
              <a:t>onderzocht</a:t>
            </a:r>
            <a:r>
              <a:rPr lang="en-US" b="1" i="0" dirty="0"/>
              <a:t>: </a:t>
            </a:r>
          </a:p>
          <a:p>
            <a:r>
              <a:rPr lang="en-US" b="1" i="0" dirty="0"/>
              <a:t>het </a:t>
            </a:r>
            <a:r>
              <a:rPr lang="en-US" b="1" i="0" dirty="0" err="1"/>
              <a:t>voorspellen</a:t>
            </a:r>
            <a:r>
              <a:rPr lang="en-US" b="1" i="0" dirty="0"/>
              <a:t> van de </a:t>
            </a:r>
            <a:r>
              <a:rPr lang="en-US" b="1" i="0" dirty="0" err="1"/>
              <a:t>exacte</a:t>
            </a:r>
            <a:r>
              <a:rPr lang="en-US" b="1" i="0" dirty="0"/>
              <a:t> </a:t>
            </a:r>
            <a:r>
              <a:rPr lang="en-US" b="1" i="0" dirty="0" err="1"/>
              <a:t>ritduur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hoeveel</a:t>
            </a:r>
            <a:r>
              <a:rPr lang="en-US" b="1" i="0" dirty="0"/>
              <a:t> </a:t>
            </a:r>
            <a:r>
              <a:rPr lang="en-US" b="1" i="0" dirty="0" err="1"/>
              <a:t>fietsen</a:t>
            </a:r>
            <a:r>
              <a:rPr lang="en-US" b="1" i="0" dirty="0"/>
              <a:t> er per zone per </a:t>
            </a:r>
            <a:r>
              <a:rPr lang="en-US" b="1" i="0" dirty="0" err="1"/>
              <a:t>uur</a:t>
            </a:r>
            <a:r>
              <a:rPr lang="en-US" b="1" i="0" dirty="0"/>
              <a:t> </a:t>
            </a:r>
            <a:r>
              <a:rPr lang="en-US" b="1" i="0" dirty="0" err="1"/>
              <a:t>nodig</a:t>
            </a:r>
            <a:r>
              <a:rPr lang="en-US" b="1" i="0" dirty="0"/>
              <a:t> </a:t>
            </a:r>
            <a:r>
              <a:rPr lang="en-US" b="1" i="0" dirty="0" err="1"/>
              <a:t>zijn</a:t>
            </a:r>
            <a:r>
              <a:rPr lang="en-US" b="1" i="0" dirty="0"/>
              <a:t>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730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chemeClr val="accent4">
                    <a:lumMod val="75000"/>
                  </a:schemeClr>
                </a:solidFill>
              </a:rPr>
              <a:t>BRENT</a:t>
            </a:r>
            <a:r>
              <a:rPr lang="en-US" b="1" i="0" dirty="0">
                <a:solidFill>
                  <a:schemeClr val="accent4">
                    <a:lumMod val="75000"/>
                  </a:schemeClr>
                </a:solidFill>
                <a:highlight>
                  <a:srgbClr val="FF0000"/>
                </a:highlight>
              </a:rPr>
              <a:t>: </a:t>
            </a:r>
          </a:p>
          <a:p>
            <a:r>
              <a:rPr lang="en-US" b="1" i="0" dirty="0"/>
              <a:t>Op </a:t>
            </a:r>
            <a:r>
              <a:rPr lang="en-US" b="1" i="0" dirty="0" err="1"/>
              <a:t>deze</a:t>
            </a:r>
            <a:r>
              <a:rPr lang="en-US" b="1" i="0" dirty="0"/>
              <a:t> </a:t>
            </a:r>
            <a:r>
              <a:rPr lang="en-US" b="1" i="0" dirty="0" err="1"/>
              <a:t>drie</a:t>
            </a:r>
            <a:r>
              <a:rPr lang="en-US" b="1" i="0" dirty="0"/>
              <a:t> </a:t>
            </a:r>
            <a:r>
              <a:rPr lang="en-US" b="1" i="0" dirty="0" err="1"/>
              <a:t>grafieken</a:t>
            </a:r>
            <a:r>
              <a:rPr lang="en-US" b="1" i="0" dirty="0"/>
              <a:t> </a:t>
            </a:r>
            <a:r>
              <a:rPr lang="en-US" b="1" i="0" dirty="0" err="1"/>
              <a:t>ziet</a:t>
            </a:r>
            <a:r>
              <a:rPr lang="en-US" b="1" i="0" dirty="0"/>
              <a:t> u de </a:t>
            </a:r>
            <a:r>
              <a:rPr lang="en-US" b="1" i="0" dirty="0" err="1"/>
              <a:t>dynamiek</a:t>
            </a:r>
            <a:r>
              <a:rPr lang="en-US" b="1" i="0" dirty="0"/>
              <a:t> van New York. </a:t>
            </a:r>
          </a:p>
          <a:p>
            <a:r>
              <a:rPr lang="en-US" b="1" i="0" dirty="0"/>
              <a:t>In de </a:t>
            </a:r>
            <a:r>
              <a:rPr lang="en-US" b="1" i="0" dirty="0" err="1"/>
              <a:t>zomer</a:t>
            </a:r>
            <a:r>
              <a:rPr lang="en-US" b="1" i="0" dirty="0"/>
              <a:t> </a:t>
            </a:r>
            <a:r>
              <a:rPr lang="en-US" b="1" i="0" dirty="0" err="1"/>
              <a:t>explodeert</a:t>
            </a:r>
            <a:r>
              <a:rPr lang="en-US" b="1" i="0" dirty="0"/>
              <a:t> het </a:t>
            </a:r>
            <a:r>
              <a:rPr lang="en-US" b="1" i="0" dirty="0" err="1"/>
              <a:t>aantal</a:t>
            </a:r>
            <a:r>
              <a:rPr lang="en-US" b="1" i="0" dirty="0"/>
              <a:t> </a:t>
            </a:r>
            <a:r>
              <a:rPr lang="en-US" b="1" i="0" dirty="0" err="1"/>
              <a:t>ritten</a:t>
            </a:r>
            <a:r>
              <a:rPr lang="en-US" b="1" i="0" dirty="0"/>
              <a:t> </a:t>
            </a:r>
            <a:r>
              <a:rPr lang="en-US" b="1" i="0" dirty="0" err="1"/>
              <a:t>naar</a:t>
            </a:r>
            <a:r>
              <a:rPr lang="en-US" b="1" i="0" dirty="0"/>
              <a:t> </a:t>
            </a:r>
            <a:r>
              <a:rPr lang="en-US" b="1" i="0" dirty="0" err="1"/>
              <a:t>bijna</a:t>
            </a:r>
            <a:r>
              <a:rPr lang="en-US" b="1" i="0" dirty="0"/>
              <a:t> 40 </a:t>
            </a:r>
            <a:r>
              <a:rPr lang="en-US" b="1" i="0" dirty="0" err="1"/>
              <a:t>miljoen</a:t>
            </a:r>
            <a:r>
              <a:rPr lang="en-US" b="1" i="0" dirty="0"/>
              <a:t> per </a:t>
            </a:r>
            <a:r>
              <a:rPr lang="en-US" b="1" i="0" dirty="0" err="1"/>
              <a:t>maand</a:t>
            </a:r>
            <a:r>
              <a:rPr lang="en-US" b="1" i="0" dirty="0"/>
              <a:t>. </a:t>
            </a:r>
          </a:p>
          <a:p>
            <a:r>
              <a:rPr lang="en-US" b="1" i="0" dirty="0"/>
              <a:t>Members </a:t>
            </a:r>
            <a:r>
              <a:rPr lang="en-US" b="1" i="0" dirty="0" err="1"/>
              <a:t>pakken</a:t>
            </a:r>
            <a:r>
              <a:rPr lang="en-US" b="1" i="0" dirty="0"/>
              <a:t> de </a:t>
            </a:r>
            <a:r>
              <a:rPr lang="en-US" b="1" i="0" dirty="0" err="1"/>
              <a:t>fiets</a:t>
            </a:r>
            <a:r>
              <a:rPr lang="en-US" b="1" i="0" dirty="0"/>
              <a:t> </a:t>
            </a:r>
            <a:r>
              <a:rPr lang="en-US" b="1" i="0" dirty="0" err="1"/>
              <a:t>voor</a:t>
            </a:r>
            <a:r>
              <a:rPr lang="en-US" b="1" i="0" dirty="0"/>
              <a:t> </a:t>
            </a:r>
            <a:r>
              <a:rPr lang="en-US" b="1" i="0" dirty="0" err="1"/>
              <a:t>woon-werkverkeer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zijn</a:t>
            </a:r>
            <a:r>
              <a:rPr lang="en-US" b="1" i="0" dirty="0"/>
              <a:t> </a:t>
            </a:r>
            <a:r>
              <a:rPr lang="en-US" b="1" i="0" dirty="0" err="1"/>
              <a:t>na</a:t>
            </a:r>
            <a:r>
              <a:rPr lang="en-US" b="1" i="0" dirty="0"/>
              <a:t> 9 </a:t>
            </a:r>
            <a:r>
              <a:rPr lang="en-US" b="1" i="0" dirty="0" err="1"/>
              <a:t>minuten</a:t>
            </a:r>
            <a:r>
              <a:rPr lang="en-US" b="1" i="0" dirty="0"/>
              <a:t> al op </a:t>
            </a:r>
            <a:r>
              <a:rPr lang="en-US" b="1" i="0" dirty="0" err="1"/>
              <a:t>hun</a:t>
            </a:r>
            <a:r>
              <a:rPr lang="en-US" b="1" i="0" dirty="0"/>
              <a:t> </a:t>
            </a:r>
            <a:r>
              <a:rPr lang="en-US" b="1" i="0" dirty="0" err="1"/>
              <a:t>bestemming</a:t>
            </a:r>
            <a:r>
              <a:rPr lang="en-US" b="1" i="0" dirty="0"/>
              <a:t>. </a:t>
            </a:r>
          </a:p>
          <a:p>
            <a:r>
              <a:rPr lang="en-US" b="1" i="0" dirty="0"/>
              <a:t>Casual </a:t>
            </a:r>
            <a:r>
              <a:rPr lang="en-US" b="1" i="0" dirty="0" err="1"/>
              <a:t>rijders</a:t>
            </a:r>
            <a:r>
              <a:rPr lang="en-US" b="1" i="0" dirty="0"/>
              <a:t>, </a:t>
            </a:r>
            <a:r>
              <a:rPr lang="en-US" b="1" i="0" dirty="0" err="1"/>
              <a:t>vaak</a:t>
            </a:r>
            <a:r>
              <a:rPr lang="en-US" b="1" i="0" dirty="0"/>
              <a:t> </a:t>
            </a:r>
            <a:r>
              <a:rPr lang="en-US" b="1" i="0" dirty="0" err="1"/>
              <a:t>toeristen</a:t>
            </a:r>
            <a:r>
              <a:rPr lang="en-US" b="1" i="0" dirty="0"/>
              <a:t>, </a:t>
            </a:r>
            <a:r>
              <a:rPr lang="en-US" b="1" i="0" dirty="0" err="1"/>
              <a:t>blijven</a:t>
            </a:r>
            <a:r>
              <a:rPr lang="en-US" b="1" i="0" dirty="0"/>
              <a:t> </a:t>
            </a:r>
            <a:r>
              <a:rPr lang="en-US" b="1" i="0" dirty="0" err="1"/>
              <a:t>gemiddeld</a:t>
            </a:r>
            <a:r>
              <a:rPr lang="en-US" b="1" i="0" dirty="0"/>
              <a:t> 15 </a:t>
            </a:r>
            <a:r>
              <a:rPr lang="en-US" b="1" i="0" dirty="0" err="1"/>
              <a:t>minuten</a:t>
            </a:r>
            <a:r>
              <a:rPr lang="en-US" b="1" i="0" dirty="0"/>
              <a:t> op de </a:t>
            </a:r>
            <a:r>
              <a:rPr lang="en-US" b="1" i="0" dirty="0" err="1"/>
              <a:t>fiets</a:t>
            </a:r>
            <a:r>
              <a:rPr lang="en-US" b="1" i="0" dirty="0"/>
              <a:t> </a:t>
            </a:r>
            <a:r>
              <a:rPr lang="en-US" b="1" i="0" dirty="0" err="1"/>
              <a:t>zitten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hun</a:t>
            </a:r>
            <a:r>
              <a:rPr lang="en-US" b="1" i="0" dirty="0"/>
              <a:t> </a:t>
            </a:r>
            <a:r>
              <a:rPr lang="en-US" b="1" i="0" dirty="0" err="1"/>
              <a:t>aandeel</a:t>
            </a:r>
            <a:r>
              <a:rPr lang="en-US" b="1" i="0" dirty="0"/>
              <a:t> </a:t>
            </a:r>
            <a:r>
              <a:rPr lang="en-US" b="1" i="0" dirty="0" err="1"/>
              <a:t>verdubbelt</a:t>
            </a:r>
            <a:r>
              <a:rPr lang="en-US" b="1" i="0" dirty="0"/>
              <a:t> in de </a:t>
            </a:r>
            <a:r>
              <a:rPr lang="en-US" b="1" i="0" dirty="0" err="1"/>
              <a:t>zomer</a:t>
            </a:r>
            <a:r>
              <a:rPr lang="en-US" b="1" i="0" dirty="0"/>
              <a:t>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7322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chemeClr val="accent4">
                    <a:lumMod val="75000"/>
                  </a:schemeClr>
                </a:solidFill>
              </a:rPr>
              <a:t>BRENT</a:t>
            </a:r>
            <a:r>
              <a:rPr lang="en-US" b="1" i="0" dirty="0">
                <a:solidFill>
                  <a:schemeClr val="accent4">
                    <a:lumMod val="75000"/>
                  </a:schemeClr>
                </a:solidFill>
                <a:highlight>
                  <a:srgbClr val="FF0000"/>
                </a:highlight>
              </a:rPr>
              <a:t>: </a:t>
            </a:r>
          </a:p>
          <a:p>
            <a:r>
              <a:rPr lang="en-US" b="1" i="0" dirty="0"/>
              <a:t>We </a:t>
            </a:r>
            <a:r>
              <a:rPr lang="en-US" b="1" i="0" dirty="0" err="1"/>
              <a:t>wilden</a:t>
            </a:r>
            <a:r>
              <a:rPr lang="en-US" b="1" i="0" dirty="0"/>
              <a:t> </a:t>
            </a:r>
            <a:r>
              <a:rPr lang="en-US" b="1" i="0" dirty="0" err="1"/>
              <a:t>dit</a:t>
            </a:r>
            <a:r>
              <a:rPr lang="en-US" b="1" i="0" dirty="0"/>
              <a:t> </a:t>
            </a:r>
            <a:r>
              <a:rPr lang="en-US" b="1" i="0" dirty="0" err="1"/>
              <a:t>niet</a:t>
            </a:r>
            <a:r>
              <a:rPr lang="en-US" b="1" i="0" dirty="0"/>
              <a:t> </a:t>
            </a:r>
            <a:r>
              <a:rPr lang="en-US" b="1" i="0" dirty="0" err="1"/>
              <a:t>zomaar</a:t>
            </a:r>
            <a:r>
              <a:rPr lang="en-US" b="1" i="0" dirty="0"/>
              <a:t> </a:t>
            </a:r>
            <a:r>
              <a:rPr lang="en-US" b="1" i="0" dirty="0" err="1"/>
              <a:t>aannemen</a:t>
            </a:r>
            <a:r>
              <a:rPr lang="en-US" b="1" i="0" dirty="0"/>
              <a:t>, we </a:t>
            </a:r>
            <a:r>
              <a:rPr lang="en-US" b="1" i="0" dirty="0" err="1"/>
              <a:t>hebben</a:t>
            </a:r>
            <a:r>
              <a:rPr lang="en-US" b="1" i="0" dirty="0"/>
              <a:t> het </a:t>
            </a:r>
            <a:r>
              <a:rPr lang="en-US" b="1" i="0" dirty="0" err="1"/>
              <a:t>statistisch</a:t>
            </a:r>
            <a:r>
              <a:rPr lang="en-US" b="1" i="0" dirty="0"/>
              <a:t> </a:t>
            </a:r>
            <a:r>
              <a:rPr lang="en-US" b="1" i="0" dirty="0" err="1"/>
              <a:t>bewezen</a:t>
            </a:r>
            <a:r>
              <a:rPr lang="en-US" b="1" i="0" dirty="0"/>
              <a:t>. </a:t>
            </a:r>
          </a:p>
          <a:p>
            <a:r>
              <a:rPr lang="en-US" b="1" i="0" dirty="0"/>
              <a:t>Via </a:t>
            </a:r>
            <a:r>
              <a:rPr lang="en-US" b="1" i="0" dirty="0" err="1"/>
              <a:t>een</a:t>
            </a:r>
            <a:r>
              <a:rPr lang="en-US" b="1" i="0" dirty="0"/>
              <a:t> Mann-Whitney U test </a:t>
            </a:r>
            <a:r>
              <a:rPr lang="en-US" b="1" i="0" dirty="0" err="1"/>
              <a:t>zagen</a:t>
            </a:r>
            <a:r>
              <a:rPr lang="en-US" b="1" i="0" dirty="0"/>
              <a:t> we </a:t>
            </a:r>
            <a:r>
              <a:rPr lang="en-US" b="1" i="0" dirty="0" err="1"/>
              <a:t>dat</a:t>
            </a:r>
            <a:r>
              <a:rPr lang="en-US" b="1" i="0" dirty="0"/>
              <a:t> het </a:t>
            </a:r>
            <a:r>
              <a:rPr lang="en-US" b="1" i="0" dirty="0" err="1"/>
              <a:t>verschil</a:t>
            </a:r>
            <a:r>
              <a:rPr lang="en-US" b="1" i="0" dirty="0"/>
              <a:t> van 6 </a:t>
            </a:r>
            <a:r>
              <a:rPr lang="en-US" b="1" i="0" dirty="0" err="1"/>
              <a:t>minuten</a:t>
            </a:r>
            <a:r>
              <a:rPr lang="en-US" b="1" i="0" dirty="0"/>
              <a:t> </a:t>
            </a:r>
            <a:r>
              <a:rPr lang="en-US" b="1" i="0" dirty="0" err="1"/>
              <a:t>tussen</a:t>
            </a:r>
            <a:r>
              <a:rPr lang="en-US" b="1" i="0" dirty="0"/>
              <a:t> members </a:t>
            </a:r>
            <a:r>
              <a:rPr lang="en-US" b="1" i="0" dirty="0" err="1"/>
              <a:t>en</a:t>
            </a:r>
            <a:r>
              <a:rPr lang="en-US" b="1" i="0" dirty="0"/>
              <a:t> casuals </a:t>
            </a:r>
            <a:r>
              <a:rPr lang="en-US" b="1" i="0" dirty="0" err="1"/>
              <a:t>statistisch</a:t>
            </a:r>
            <a:r>
              <a:rPr lang="en-US" b="1" i="0" dirty="0"/>
              <a:t> </a:t>
            </a:r>
            <a:r>
              <a:rPr lang="en-US" b="1" i="0" dirty="0" err="1"/>
              <a:t>keihard</a:t>
            </a:r>
            <a:r>
              <a:rPr lang="en-US" b="1" i="0" dirty="0"/>
              <a:t> is, </a:t>
            </a:r>
          </a:p>
          <a:p>
            <a:r>
              <a:rPr lang="en-US" b="1" i="0" dirty="0"/>
              <a:t>met </a:t>
            </a:r>
            <a:r>
              <a:rPr lang="en-US" b="1" i="0" dirty="0" err="1"/>
              <a:t>een</a:t>
            </a:r>
            <a:r>
              <a:rPr lang="en-US" b="1" i="0" dirty="0"/>
              <a:t> p-</a:t>
            </a:r>
            <a:r>
              <a:rPr lang="en-US" b="1" i="0" dirty="0" err="1"/>
              <a:t>waarde</a:t>
            </a:r>
            <a:r>
              <a:rPr lang="en-US" b="1" i="0" dirty="0"/>
              <a:t> die </a:t>
            </a:r>
            <a:r>
              <a:rPr lang="en-US" b="1" i="0" dirty="0" err="1"/>
              <a:t>praktisch</a:t>
            </a:r>
            <a:r>
              <a:rPr lang="en-US" b="1" i="0" dirty="0"/>
              <a:t> </a:t>
            </a:r>
            <a:r>
              <a:rPr lang="en-US" b="1" i="0" dirty="0" err="1"/>
              <a:t>nul</a:t>
            </a:r>
            <a:r>
              <a:rPr lang="en-US" b="1" i="0" dirty="0"/>
              <a:t> is. </a:t>
            </a:r>
          </a:p>
          <a:p>
            <a:r>
              <a:rPr lang="en-US" b="1" i="0" dirty="0"/>
              <a:t>En </a:t>
            </a:r>
            <a:r>
              <a:rPr lang="en-US" b="1" i="0" dirty="0" err="1"/>
              <a:t>uit</a:t>
            </a:r>
            <a:r>
              <a:rPr lang="en-US" b="1" i="0" dirty="0"/>
              <a:t> </a:t>
            </a:r>
            <a:r>
              <a:rPr lang="en-US" b="1" i="0" dirty="0" err="1"/>
              <a:t>onze</a:t>
            </a:r>
            <a:r>
              <a:rPr lang="en-US" b="1" i="0" dirty="0"/>
              <a:t> Poisson-</a:t>
            </a:r>
            <a:r>
              <a:rPr lang="en-US" b="1" i="0" dirty="0" err="1"/>
              <a:t>regressie</a:t>
            </a:r>
            <a:r>
              <a:rPr lang="en-US" b="1" i="0" dirty="0"/>
              <a:t> </a:t>
            </a:r>
            <a:r>
              <a:rPr lang="en-US" b="1" i="0" dirty="0" err="1"/>
              <a:t>bleek</a:t>
            </a:r>
            <a:r>
              <a:rPr lang="en-US" b="1" i="0" dirty="0"/>
              <a:t> </a:t>
            </a:r>
            <a:r>
              <a:rPr lang="en-US" b="1" i="0" dirty="0" err="1"/>
              <a:t>dat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regenbui</a:t>
            </a:r>
            <a:r>
              <a:rPr lang="en-US" b="1" i="0" dirty="0"/>
              <a:t> de </a:t>
            </a:r>
            <a:r>
              <a:rPr lang="en-US" b="1" i="0" dirty="0" err="1"/>
              <a:t>vraag</a:t>
            </a:r>
            <a:r>
              <a:rPr lang="en-US" b="1" i="0" dirty="0"/>
              <a:t> op </a:t>
            </a:r>
            <a:r>
              <a:rPr lang="en-US" b="1" i="0" dirty="0" err="1"/>
              <a:t>hetzelfde</a:t>
            </a:r>
            <a:r>
              <a:rPr lang="en-US" b="1" i="0" dirty="0"/>
              <a:t> </a:t>
            </a:r>
            <a:r>
              <a:rPr lang="en-US" b="1" i="0" dirty="0" err="1"/>
              <a:t>uur</a:t>
            </a:r>
            <a:r>
              <a:rPr lang="en-US" b="1" i="0" dirty="0"/>
              <a:t> met </a:t>
            </a:r>
            <a:r>
              <a:rPr lang="en-US" b="1" i="0" dirty="0" err="1"/>
              <a:t>precies</a:t>
            </a:r>
            <a:r>
              <a:rPr lang="en-US" b="1" i="0" dirty="0"/>
              <a:t> 27% </a:t>
            </a:r>
            <a:r>
              <a:rPr lang="en-US" b="1" i="0" dirty="0" err="1"/>
              <a:t>doet</a:t>
            </a:r>
            <a:r>
              <a:rPr lang="en-US" b="1" i="0" dirty="0"/>
              <a:t> </a:t>
            </a:r>
            <a:r>
              <a:rPr lang="en-US" b="1" i="0" dirty="0" err="1"/>
              <a:t>instorten</a:t>
            </a:r>
            <a:r>
              <a:rPr lang="en-US" b="1" i="0" dirty="0"/>
              <a:t>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5428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chemeClr val="accent4">
                    <a:lumMod val="75000"/>
                  </a:schemeClr>
                </a:solidFill>
              </a:rPr>
              <a:t>BRENT</a:t>
            </a:r>
            <a:r>
              <a:rPr lang="en-US" b="1" i="0" dirty="0">
                <a:solidFill>
                  <a:schemeClr val="accent4">
                    <a:lumMod val="75000"/>
                  </a:schemeClr>
                </a:solidFill>
                <a:highlight>
                  <a:srgbClr val="FF0000"/>
                </a:highlight>
              </a:rPr>
              <a:t>: </a:t>
            </a:r>
          </a:p>
          <a:p>
            <a:r>
              <a:rPr lang="en-US" b="1" i="0" dirty="0"/>
              <a:t>Om de </a:t>
            </a:r>
            <a:r>
              <a:rPr lang="en-US" b="1" i="0" dirty="0" err="1"/>
              <a:t>modellen</a:t>
            </a:r>
            <a:r>
              <a:rPr lang="en-US" b="1" i="0" dirty="0"/>
              <a:t>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voeden</a:t>
            </a:r>
            <a:r>
              <a:rPr lang="en-US" b="1" i="0" dirty="0"/>
              <a:t>, </a:t>
            </a:r>
            <a:r>
              <a:rPr lang="en-US" b="1" i="0" dirty="0" err="1"/>
              <a:t>berekenden</a:t>
            </a:r>
            <a:r>
              <a:rPr lang="en-US" b="1" i="0" dirty="0"/>
              <a:t> we </a:t>
            </a:r>
            <a:r>
              <a:rPr lang="en-US" b="1" i="0" dirty="0" err="1"/>
              <a:t>meer</a:t>
            </a:r>
            <a:r>
              <a:rPr lang="en-US" b="1" i="0" dirty="0"/>
              <a:t> dan 30 features </a:t>
            </a:r>
            <a:r>
              <a:rPr lang="en-US" b="1" i="0" dirty="0" err="1"/>
              <a:t>bij</a:t>
            </a:r>
            <a:r>
              <a:rPr lang="en-US" b="1" i="0" dirty="0"/>
              <a:t> </a:t>
            </a:r>
            <a:r>
              <a:rPr lang="en-US" b="1" i="0" dirty="0" err="1"/>
              <a:t>vertrek</a:t>
            </a:r>
            <a:r>
              <a:rPr lang="en-US" b="1" i="0" dirty="0"/>
              <a:t>. </a:t>
            </a:r>
          </a:p>
          <a:p>
            <a:r>
              <a:rPr lang="en-US" b="1" i="0" dirty="0"/>
              <a:t>We </a:t>
            </a:r>
            <a:r>
              <a:rPr lang="en-US" b="1" i="0" dirty="0" err="1"/>
              <a:t>berekenden</a:t>
            </a:r>
            <a:r>
              <a:rPr lang="en-US" b="1" i="0" dirty="0"/>
              <a:t> </a:t>
            </a:r>
            <a:r>
              <a:rPr lang="en-US" b="1" i="0" dirty="0" err="1"/>
              <a:t>niet</a:t>
            </a:r>
            <a:r>
              <a:rPr lang="en-US" b="1" i="0" dirty="0"/>
              <a:t> </a:t>
            </a:r>
            <a:r>
              <a:rPr lang="en-US" b="1" i="0" dirty="0" err="1"/>
              <a:t>alleen</a:t>
            </a:r>
            <a:r>
              <a:rPr lang="en-US" b="1" i="0" dirty="0"/>
              <a:t> de </a:t>
            </a:r>
            <a:r>
              <a:rPr lang="en-US" b="1" i="0" dirty="0" err="1"/>
              <a:t>vogelvlucht</a:t>
            </a:r>
            <a:r>
              <a:rPr lang="en-US" b="1" i="0" dirty="0"/>
              <a:t>, maar </a:t>
            </a:r>
            <a:r>
              <a:rPr lang="en-US" b="1" i="0" dirty="0" err="1"/>
              <a:t>ook</a:t>
            </a:r>
            <a:r>
              <a:rPr lang="en-US" b="1" i="0" dirty="0"/>
              <a:t> de grid-</a:t>
            </a:r>
            <a:r>
              <a:rPr lang="en-US" b="1" i="0" dirty="0" err="1"/>
              <a:t>afstand</a:t>
            </a:r>
            <a:r>
              <a:rPr lang="en-US" b="1" i="0" dirty="0"/>
              <a:t> over het </a:t>
            </a:r>
            <a:r>
              <a:rPr lang="en-US" b="1" i="0" dirty="0" err="1"/>
              <a:t>stratenplan</a:t>
            </a:r>
            <a:r>
              <a:rPr lang="en-US" b="1" i="0" dirty="0"/>
              <a:t> van Manhattan, </a:t>
            </a:r>
          </a:p>
          <a:p>
            <a:r>
              <a:rPr lang="en-US" b="1" i="0" dirty="0" err="1"/>
              <a:t>dat</a:t>
            </a:r>
            <a:r>
              <a:rPr lang="en-US" b="1" i="0" dirty="0"/>
              <a:t> 29 </a:t>
            </a:r>
            <a:r>
              <a:rPr lang="en-US" b="1" i="0" dirty="0" err="1"/>
              <a:t>graden</a:t>
            </a:r>
            <a:r>
              <a:rPr lang="en-US" b="1" i="0" dirty="0"/>
              <a:t> </a:t>
            </a:r>
            <a:r>
              <a:rPr lang="en-US" b="1" i="0" dirty="0" err="1"/>
              <a:t>gedraaid</a:t>
            </a:r>
            <a:r>
              <a:rPr lang="en-US" b="1" i="0" dirty="0"/>
              <a:t> </a:t>
            </a:r>
            <a:r>
              <a:rPr lang="en-US" b="1" i="0" dirty="0" err="1"/>
              <a:t>ligt</a:t>
            </a:r>
            <a:r>
              <a:rPr lang="en-US" b="1" i="0" dirty="0"/>
              <a:t> ten </a:t>
            </a:r>
            <a:r>
              <a:rPr lang="en-US" b="1" i="0" dirty="0" err="1"/>
              <a:t>opzichte</a:t>
            </a:r>
            <a:r>
              <a:rPr lang="en-US" b="1" i="0" dirty="0"/>
              <a:t> van het </a:t>
            </a:r>
            <a:r>
              <a:rPr lang="en-US" b="1" i="0" dirty="0" err="1"/>
              <a:t>noorden</a:t>
            </a:r>
            <a:r>
              <a:rPr lang="en-US" b="1" i="0" dirty="0"/>
              <a:t>. </a:t>
            </a:r>
          </a:p>
          <a:p>
            <a:r>
              <a:rPr lang="en-US" b="1" i="0" dirty="0"/>
              <a:t>We </a:t>
            </a:r>
            <a:r>
              <a:rPr lang="en-US" b="1" i="0" dirty="0" err="1"/>
              <a:t>voegden</a:t>
            </a:r>
            <a:r>
              <a:rPr lang="en-US" b="1" i="0" dirty="0"/>
              <a:t> </a:t>
            </a:r>
            <a:r>
              <a:rPr lang="en-US" b="1" i="0" dirty="0" err="1"/>
              <a:t>cyclische</a:t>
            </a:r>
            <a:r>
              <a:rPr lang="en-US" b="1" i="0" dirty="0"/>
              <a:t> </a:t>
            </a:r>
            <a:r>
              <a:rPr lang="en-US" b="1" i="0" dirty="0" err="1"/>
              <a:t>uren</a:t>
            </a:r>
            <a:r>
              <a:rPr lang="en-US" b="1" i="0" dirty="0"/>
              <a:t> toe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koppelden</a:t>
            </a:r>
            <a:r>
              <a:rPr lang="en-US" b="1" i="0" dirty="0"/>
              <a:t> </a:t>
            </a:r>
            <a:r>
              <a:rPr lang="en-US" b="1" i="0" dirty="0" err="1"/>
              <a:t>historische</a:t>
            </a:r>
            <a:r>
              <a:rPr lang="en-US" b="1" i="0" dirty="0"/>
              <a:t> </a:t>
            </a:r>
            <a:r>
              <a:rPr lang="en-US" b="1" i="0" dirty="0" err="1"/>
              <a:t>weergegevens</a:t>
            </a:r>
            <a:r>
              <a:rPr lang="en-US" b="1" i="0" dirty="0"/>
              <a:t> van Open-</a:t>
            </a:r>
            <a:r>
              <a:rPr lang="en-US" b="1" i="0" dirty="0" err="1"/>
              <a:t>Meteo</a:t>
            </a:r>
            <a:r>
              <a:rPr lang="en-US" b="1" i="0" dirty="0"/>
              <a:t>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304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0FEC2-5C44-5CD2-66EA-A6C49918F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A6F79C9-92F5-D8F3-3223-C01EAD7BB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CBF2F7F-4BA5-98F0-58F3-C0BC4F5E5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/>
              <a:t>BRENT:</a:t>
            </a:r>
          </a:p>
          <a:p>
            <a:r>
              <a:rPr lang="en-US" b="1" i="0" dirty="0"/>
              <a:t>Op </a:t>
            </a:r>
            <a:r>
              <a:rPr lang="en-US" b="1" i="0" dirty="0" err="1"/>
              <a:t>deze</a:t>
            </a:r>
            <a:r>
              <a:rPr lang="en-US" b="1" i="0" dirty="0"/>
              <a:t> </a:t>
            </a:r>
            <a:r>
              <a:rPr lang="en-US" b="1" i="0" dirty="0" err="1"/>
              <a:t>grafiek</a:t>
            </a:r>
            <a:r>
              <a:rPr lang="en-US" b="1" i="0" dirty="0"/>
              <a:t> </a:t>
            </a:r>
            <a:r>
              <a:rPr lang="en-US" b="1" i="0" dirty="0" err="1"/>
              <a:t>ziet</a:t>
            </a:r>
            <a:r>
              <a:rPr lang="en-US" b="1" i="0" dirty="0"/>
              <a:t> u hoe het </a:t>
            </a:r>
            <a:r>
              <a:rPr lang="en-US" b="1" i="0" dirty="0" err="1"/>
              <a:t>dagvolume</a:t>
            </a:r>
            <a:r>
              <a:rPr lang="en-US" b="1" i="0" dirty="0"/>
              <a:t> de </a:t>
            </a:r>
            <a:r>
              <a:rPr lang="en-US" b="1" i="0" dirty="0" err="1"/>
              <a:t>temperatuurlijn</a:t>
            </a:r>
            <a:r>
              <a:rPr lang="en-US" b="1" i="0" dirty="0"/>
              <a:t> </a:t>
            </a:r>
            <a:r>
              <a:rPr lang="en-US" b="1" i="0" dirty="0" err="1"/>
              <a:t>bijna</a:t>
            </a:r>
            <a:r>
              <a:rPr lang="en-US" b="1" i="0" dirty="0"/>
              <a:t> perfect </a:t>
            </a:r>
            <a:r>
              <a:rPr lang="en-US" b="1" i="0" dirty="0" err="1"/>
              <a:t>volgt</a:t>
            </a:r>
            <a:r>
              <a:rPr lang="en-US" b="1" i="0" dirty="0"/>
              <a:t>. </a:t>
            </a:r>
          </a:p>
          <a:p>
            <a:r>
              <a:rPr lang="en-US" b="1" i="0" dirty="0"/>
              <a:t>De </a:t>
            </a:r>
            <a:r>
              <a:rPr lang="en-US" b="1" i="0" dirty="0" err="1"/>
              <a:t>correlatie</a:t>
            </a:r>
            <a:r>
              <a:rPr lang="en-US" b="1" i="0" dirty="0"/>
              <a:t> is 0.77. </a:t>
            </a:r>
          </a:p>
          <a:p>
            <a:r>
              <a:rPr lang="en-US" b="1" i="0" dirty="0" err="1"/>
              <a:t>Uit</a:t>
            </a:r>
            <a:r>
              <a:rPr lang="en-US" b="1" i="0" dirty="0"/>
              <a:t> </a:t>
            </a:r>
            <a:r>
              <a:rPr lang="en-US" b="1" i="0" dirty="0" err="1"/>
              <a:t>onze</a:t>
            </a:r>
            <a:r>
              <a:rPr lang="en-US" b="1" i="0" dirty="0"/>
              <a:t> </a:t>
            </a:r>
            <a:r>
              <a:rPr lang="en-US" b="1" i="0" dirty="0" err="1"/>
              <a:t>modellen</a:t>
            </a:r>
            <a:r>
              <a:rPr lang="en-US" b="1" i="0" dirty="0"/>
              <a:t> </a:t>
            </a:r>
            <a:r>
              <a:rPr lang="en-US" b="1" i="0" dirty="0" err="1"/>
              <a:t>bleek</a:t>
            </a:r>
            <a:r>
              <a:rPr lang="en-US" b="1" i="0" dirty="0"/>
              <a:t> </a:t>
            </a:r>
            <a:r>
              <a:rPr lang="en-US" b="1" i="0" dirty="0" err="1"/>
              <a:t>dat</a:t>
            </a:r>
            <a:r>
              <a:rPr lang="en-US" b="1" i="0" dirty="0"/>
              <a:t> New Yorkers het </a:t>
            </a:r>
            <a:r>
              <a:rPr lang="en-US" b="1" i="0" dirty="0" err="1"/>
              <a:t>allerliefst</a:t>
            </a:r>
            <a:r>
              <a:rPr lang="en-US" b="1" i="0" dirty="0"/>
              <a:t> </a:t>
            </a:r>
            <a:r>
              <a:rPr lang="en-US" b="1" i="0" dirty="0" err="1"/>
              <a:t>fietsen</a:t>
            </a:r>
            <a:r>
              <a:rPr lang="en-US" b="1" i="0" dirty="0"/>
              <a:t> </a:t>
            </a:r>
            <a:r>
              <a:rPr lang="en-US" b="1" i="0" dirty="0" err="1"/>
              <a:t>bij</a:t>
            </a:r>
            <a:r>
              <a:rPr lang="en-US" b="1" i="0" dirty="0"/>
              <a:t> 29.5 </a:t>
            </a:r>
            <a:r>
              <a:rPr lang="en-US" b="1" i="0" dirty="0" err="1"/>
              <a:t>graden</a:t>
            </a:r>
            <a:r>
              <a:rPr lang="en-US" b="1" i="0" dirty="0"/>
              <a:t>. </a:t>
            </a:r>
          </a:p>
          <a:p>
            <a:r>
              <a:rPr lang="en-US" b="1" i="0" dirty="0"/>
              <a:t>We </a:t>
            </a:r>
            <a:r>
              <a:rPr lang="en-US" b="1" i="0" dirty="0" err="1"/>
              <a:t>hebben</a:t>
            </a:r>
            <a:r>
              <a:rPr lang="en-US" b="1" i="0" dirty="0"/>
              <a:t> </a:t>
            </a:r>
            <a:r>
              <a:rPr lang="en-US" b="1" i="0" dirty="0" err="1"/>
              <a:t>ook</a:t>
            </a:r>
            <a:r>
              <a:rPr lang="en-US" b="1" i="0" dirty="0"/>
              <a:t> </a:t>
            </a:r>
            <a:r>
              <a:rPr lang="en-US" b="1" i="0" dirty="0" err="1"/>
              <a:t>sneeuwhoogte</a:t>
            </a:r>
            <a:r>
              <a:rPr lang="en-US" b="1" i="0" dirty="0"/>
              <a:t> </a:t>
            </a:r>
            <a:r>
              <a:rPr lang="en-US" b="1" i="0" dirty="0" err="1"/>
              <a:t>toegevoegd</a:t>
            </a:r>
            <a:r>
              <a:rPr lang="en-US" b="1" i="0" dirty="0"/>
              <a:t> </a:t>
            </a:r>
            <a:r>
              <a:rPr lang="en-US" b="1" i="0" dirty="0" err="1"/>
              <a:t>als</a:t>
            </a:r>
            <a:r>
              <a:rPr lang="en-US" b="1" i="0" dirty="0"/>
              <a:t> feature, </a:t>
            </a:r>
            <a:r>
              <a:rPr lang="en-US" b="1" i="0" dirty="0" err="1"/>
              <a:t>zodat</a:t>
            </a:r>
            <a:r>
              <a:rPr lang="en-US" b="1" i="0" dirty="0"/>
              <a:t> het model </a:t>
            </a:r>
            <a:r>
              <a:rPr lang="en-US" b="1" i="0" dirty="0" err="1"/>
              <a:t>snapt</a:t>
            </a:r>
            <a:r>
              <a:rPr lang="en-US" b="1" i="0" dirty="0"/>
              <a:t> </a:t>
            </a:r>
            <a:r>
              <a:rPr lang="en-US" b="1" i="0" dirty="0" err="1"/>
              <a:t>dat</a:t>
            </a:r>
            <a:r>
              <a:rPr lang="en-US" b="1" i="0" dirty="0"/>
              <a:t> er </a:t>
            </a:r>
            <a:r>
              <a:rPr lang="en-US" b="1" i="0" dirty="0" err="1"/>
              <a:t>daags</a:t>
            </a:r>
            <a:r>
              <a:rPr lang="en-US" b="1" i="0" dirty="0"/>
              <a:t> </a:t>
            </a:r>
            <a:r>
              <a:rPr lang="en-US" b="1" i="0" dirty="0" err="1"/>
              <a:t>na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zware</a:t>
            </a:r>
            <a:r>
              <a:rPr lang="en-US" b="1" i="0" dirty="0"/>
              <a:t> </a:t>
            </a:r>
            <a:r>
              <a:rPr lang="en-US" b="1" i="0" dirty="0" err="1"/>
              <a:t>sneeuwstorm</a:t>
            </a:r>
            <a:r>
              <a:rPr lang="en-US" b="1" i="0" dirty="0"/>
              <a:t> </a:t>
            </a:r>
          </a:p>
          <a:p>
            <a:r>
              <a:rPr lang="en-US" b="1" i="0" dirty="0" err="1"/>
              <a:t>nog</a:t>
            </a:r>
            <a:r>
              <a:rPr lang="en-US" b="1" i="0" dirty="0"/>
              <a:t> steeds </a:t>
            </a:r>
            <a:r>
              <a:rPr lang="en-US" b="1" i="0" dirty="0" err="1"/>
              <a:t>niet</a:t>
            </a:r>
            <a:r>
              <a:rPr lang="en-US" b="1" i="0" dirty="0"/>
              <a:t> </a:t>
            </a:r>
            <a:r>
              <a:rPr lang="en-US" b="1" i="0" dirty="0" err="1"/>
              <a:t>gefietst</a:t>
            </a:r>
            <a:r>
              <a:rPr lang="en-US" b="1" i="0" dirty="0"/>
              <a:t> </a:t>
            </a:r>
            <a:r>
              <a:rPr lang="en-US" b="1" i="0" dirty="0" err="1"/>
              <a:t>kan</a:t>
            </a:r>
            <a:r>
              <a:rPr lang="en-US" b="1" i="0" dirty="0"/>
              <a:t> </a:t>
            </a:r>
            <a:r>
              <a:rPr lang="en-US" b="1" i="0" dirty="0" err="1"/>
              <a:t>worden</a:t>
            </a:r>
            <a:r>
              <a:rPr lang="en-US" b="1" i="0" dirty="0"/>
              <a:t> </a:t>
            </a:r>
            <a:r>
              <a:rPr lang="en-US" b="1" i="0" dirty="0" err="1"/>
              <a:t>omdat</a:t>
            </a:r>
            <a:r>
              <a:rPr lang="en-US" b="1" i="0" dirty="0"/>
              <a:t> de </a:t>
            </a:r>
            <a:r>
              <a:rPr lang="en-US" b="1" i="0" dirty="0" err="1"/>
              <a:t>fietspaden</a:t>
            </a:r>
            <a:r>
              <a:rPr lang="en-US" b="1" i="0" dirty="0"/>
              <a:t> vol </a:t>
            </a:r>
            <a:r>
              <a:rPr lang="en-US" b="1" i="0" dirty="0" err="1"/>
              <a:t>liggen</a:t>
            </a:r>
            <a:endParaRPr lang="nl-NL" b="1" i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39D63D2-441B-45D8-B112-2D8ED1BC1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54841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chemeClr val="accent4">
                    <a:lumMod val="75000"/>
                  </a:schemeClr>
                </a:solidFill>
              </a:rPr>
              <a:t>BRENT</a:t>
            </a:r>
            <a:r>
              <a:rPr lang="en-US" b="1" i="0" dirty="0">
                <a:solidFill>
                  <a:schemeClr val="accent4">
                    <a:lumMod val="75000"/>
                  </a:schemeClr>
                </a:solidFill>
                <a:highlight>
                  <a:srgbClr val="FF0000"/>
                </a:highlight>
              </a:rPr>
              <a:t>: </a:t>
            </a:r>
          </a:p>
          <a:p>
            <a:r>
              <a:rPr lang="en-US" b="1" i="0" dirty="0"/>
              <a:t>Hier </a:t>
            </a:r>
            <a:r>
              <a:rPr lang="en-US" b="1" i="0" dirty="0" err="1"/>
              <a:t>ziet</a:t>
            </a:r>
            <a:r>
              <a:rPr lang="en-US" b="1" i="0" dirty="0"/>
              <a:t> u de </a:t>
            </a:r>
            <a:r>
              <a:rPr lang="en-US" b="1" i="0" dirty="0" err="1"/>
              <a:t>modelvergelijking</a:t>
            </a:r>
            <a:r>
              <a:rPr lang="en-US" b="1" i="0" dirty="0"/>
              <a:t> </a:t>
            </a:r>
            <a:r>
              <a:rPr lang="en-US" b="1" i="0" dirty="0" err="1"/>
              <a:t>voor</a:t>
            </a:r>
            <a:r>
              <a:rPr lang="en-US" b="1" i="0" dirty="0"/>
              <a:t> de </a:t>
            </a:r>
            <a:r>
              <a:rPr lang="en-US" b="1" i="0" dirty="0" err="1"/>
              <a:t>ritduur</a:t>
            </a:r>
            <a:r>
              <a:rPr lang="en-US" b="1" i="0" dirty="0"/>
              <a:t>. We </a:t>
            </a:r>
            <a:r>
              <a:rPr lang="en-US" b="1" i="0" dirty="0" err="1"/>
              <a:t>hebben</a:t>
            </a:r>
            <a:r>
              <a:rPr lang="en-US" b="1" i="0" dirty="0"/>
              <a:t> de data </a:t>
            </a:r>
            <a:r>
              <a:rPr lang="en-US" b="1" i="0" dirty="0" err="1"/>
              <a:t>strikt</a:t>
            </a:r>
            <a:r>
              <a:rPr lang="en-US" b="1" i="0" dirty="0"/>
              <a:t> </a:t>
            </a:r>
            <a:r>
              <a:rPr lang="en-US" b="1" i="0" dirty="0" err="1"/>
              <a:t>chronologisch</a:t>
            </a:r>
            <a:r>
              <a:rPr lang="en-US" b="1" i="0" dirty="0"/>
              <a:t> </a:t>
            </a:r>
            <a:r>
              <a:rPr lang="en-US" b="1" i="0" dirty="0" err="1"/>
              <a:t>gesplitst</a:t>
            </a:r>
            <a:r>
              <a:rPr lang="en-US" b="1" i="0" dirty="0"/>
              <a:t>. </a:t>
            </a:r>
          </a:p>
          <a:p>
            <a:r>
              <a:rPr lang="en-US" b="1" i="0" dirty="0"/>
              <a:t>De </a:t>
            </a:r>
            <a:r>
              <a:rPr lang="en-US" b="1" i="0" dirty="0" err="1">
                <a:solidFill>
                  <a:schemeClr val="accent4">
                    <a:lumMod val="75000"/>
                  </a:schemeClr>
                </a:solidFill>
              </a:rPr>
              <a:t>winnaar</a:t>
            </a:r>
            <a:r>
              <a:rPr lang="en-US" b="1" i="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b="1" i="0" dirty="0" err="1">
                <a:solidFill>
                  <a:schemeClr val="accent4">
                    <a:lumMod val="75000"/>
                  </a:schemeClr>
                </a:solidFill>
              </a:rPr>
              <a:t>werd</a:t>
            </a:r>
            <a:r>
              <a:rPr lang="en-US" b="1" i="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b="1" i="0" dirty="0" err="1">
                <a:solidFill>
                  <a:schemeClr val="accent4">
                    <a:lumMod val="75000"/>
                  </a:schemeClr>
                </a:solidFill>
              </a:rPr>
              <a:t>HistGradientBoosting</a:t>
            </a:r>
            <a:r>
              <a:rPr lang="en-US" b="1" i="0" dirty="0">
                <a:solidFill>
                  <a:schemeClr val="accent4">
                    <a:lumMod val="75000"/>
                  </a:schemeClr>
                </a:solidFill>
              </a:rPr>
              <a:t> met L1-loss. </a:t>
            </a:r>
            <a:r>
              <a:rPr lang="en-US" b="1" i="0" dirty="0" err="1">
                <a:solidFill>
                  <a:schemeClr val="accent4">
                    <a:lumMod val="75000"/>
                  </a:schemeClr>
                </a:solidFill>
              </a:rPr>
              <a:t>Waarom</a:t>
            </a:r>
            <a:r>
              <a:rPr lang="en-US" b="1" i="0" dirty="0">
                <a:solidFill>
                  <a:schemeClr val="accent4">
                    <a:lumMod val="75000"/>
                  </a:schemeClr>
                </a:solidFill>
              </a:rPr>
              <a:t> L1? </a:t>
            </a:r>
          </a:p>
          <a:p>
            <a:r>
              <a:rPr lang="en-US" b="1" i="0" dirty="0" err="1">
                <a:solidFill>
                  <a:schemeClr val="accent4">
                    <a:lumMod val="75000"/>
                  </a:schemeClr>
                </a:solidFill>
              </a:rPr>
              <a:t>Omdat</a:t>
            </a:r>
            <a:r>
              <a:rPr lang="en-US" b="1" i="0" dirty="0">
                <a:solidFill>
                  <a:schemeClr val="accent4">
                    <a:lumMod val="75000"/>
                  </a:schemeClr>
                </a:solidFill>
              </a:rPr>
              <a:t> die d</a:t>
            </a:r>
            <a:r>
              <a:rPr lang="en-US" b="1" i="0" dirty="0"/>
              <a:t>e </a:t>
            </a:r>
            <a:r>
              <a:rPr lang="en-US" b="1" i="0" dirty="0" err="1"/>
              <a:t>mediaan</a:t>
            </a:r>
            <a:r>
              <a:rPr lang="en-US" b="1" i="0" dirty="0"/>
              <a:t> </a:t>
            </a:r>
            <a:r>
              <a:rPr lang="en-US" b="1" i="0" dirty="0" err="1"/>
              <a:t>voorspelt</a:t>
            </a:r>
            <a:r>
              <a:rPr lang="en-US" b="1" i="0" dirty="0"/>
              <a:t> in </a:t>
            </a:r>
            <a:r>
              <a:rPr lang="en-US" b="1" i="0" dirty="0" err="1"/>
              <a:t>plaats</a:t>
            </a:r>
            <a:r>
              <a:rPr lang="en-US" b="1" i="0" dirty="0"/>
              <a:t> van het </a:t>
            </a:r>
            <a:r>
              <a:rPr lang="en-US" b="1" i="0" dirty="0" err="1"/>
              <a:t>gemiddelde</a:t>
            </a:r>
            <a:r>
              <a:rPr lang="en-US" b="1" i="0" dirty="0"/>
              <a:t>, </a:t>
            </a:r>
            <a:r>
              <a:rPr lang="en-US" b="1" i="0" dirty="0" err="1"/>
              <a:t>waardoor</a:t>
            </a:r>
            <a:r>
              <a:rPr lang="en-US" b="1" i="0" dirty="0"/>
              <a:t> extreme </a:t>
            </a:r>
            <a:r>
              <a:rPr lang="en-US" b="1" i="0" dirty="0" err="1"/>
              <a:t>ritten</a:t>
            </a:r>
            <a:r>
              <a:rPr lang="en-US" b="1" i="0" dirty="0"/>
              <a:t> van 2 </a:t>
            </a:r>
            <a:r>
              <a:rPr lang="en-US" b="1" i="0" dirty="0" err="1"/>
              <a:t>uur</a:t>
            </a:r>
            <a:r>
              <a:rPr lang="en-US" b="1" i="0" dirty="0"/>
              <a:t> het model </a:t>
            </a:r>
            <a:r>
              <a:rPr lang="en-US" b="1" i="0" dirty="0" err="1"/>
              <a:t>niet</a:t>
            </a:r>
            <a:r>
              <a:rPr lang="en-US" b="1" i="0" dirty="0"/>
              <a:t> </a:t>
            </a:r>
            <a:r>
              <a:rPr lang="en-US" b="1" i="0" dirty="0" err="1"/>
              <a:t>uit</a:t>
            </a:r>
            <a:r>
              <a:rPr lang="en-US" b="1" i="0" dirty="0"/>
              <a:t> </a:t>
            </a:r>
            <a:r>
              <a:rPr lang="en-US" b="1" i="0" dirty="0" err="1"/>
              <a:t>balans</a:t>
            </a:r>
            <a:r>
              <a:rPr lang="en-US" b="1" i="0" dirty="0"/>
              <a:t> </a:t>
            </a:r>
            <a:r>
              <a:rPr lang="en-US" b="1" i="0" dirty="0" err="1"/>
              <a:t>brengen</a:t>
            </a:r>
            <a:r>
              <a:rPr lang="en-US" b="1" i="0" dirty="0"/>
              <a:t>. </a:t>
            </a:r>
          </a:p>
          <a:p>
            <a:r>
              <a:rPr lang="en-US" b="1" i="0" dirty="0"/>
              <a:t>Het model zit er </a:t>
            </a:r>
            <a:r>
              <a:rPr lang="en-US" b="1" i="0" dirty="0" err="1"/>
              <a:t>gemiddeld</a:t>
            </a:r>
            <a:r>
              <a:rPr lang="en-US" b="1" i="0" dirty="0"/>
              <a:t> maar 3.5 </a:t>
            </a:r>
            <a:r>
              <a:rPr lang="en-US" b="1" i="0" dirty="0" err="1"/>
              <a:t>minuut</a:t>
            </a:r>
            <a:r>
              <a:rPr lang="en-US" b="1" i="0" dirty="0"/>
              <a:t> </a:t>
            </a:r>
            <a:r>
              <a:rPr lang="en-US" b="1" i="0" dirty="0" err="1"/>
              <a:t>naast</a:t>
            </a:r>
            <a:r>
              <a:rPr lang="en-US" b="1" i="0" dirty="0"/>
              <a:t>, wat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verbetering</a:t>
            </a:r>
            <a:r>
              <a:rPr lang="en-US" b="1" i="0" dirty="0"/>
              <a:t> van 50% is </a:t>
            </a:r>
            <a:r>
              <a:rPr lang="en-US" b="1" i="0" dirty="0" err="1"/>
              <a:t>tegenover</a:t>
            </a:r>
            <a:r>
              <a:rPr lang="en-US" b="1" i="0" dirty="0"/>
              <a:t> de baseline.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35532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chemeClr val="accent4">
                    <a:lumMod val="75000"/>
                  </a:schemeClr>
                </a:solidFill>
              </a:rPr>
              <a:t>KOBE:</a:t>
            </a:r>
          </a:p>
          <a:p>
            <a:r>
              <a:rPr lang="en-US" b="1" i="0" dirty="0"/>
              <a:t>Dit schema </a:t>
            </a:r>
            <a:r>
              <a:rPr lang="en-US" b="1" i="0" dirty="0" err="1"/>
              <a:t>toont</a:t>
            </a:r>
            <a:r>
              <a:rPr lang="en-US" b="1" i="0" dirty="0"/>
              <a:t> de </a:t>
            </a:r>
            <a:r>
              <a:rPr lang="en-US" b="1" i="0" dirty="0" err="1"/>
              <a:t>aanpak</a:t>
            </a:r>
            <a:r>
              <a:rPr lang="en-US" b="1" i="0" dirty="0"/>
              <a:t> </a:t>
            </a:r>
            <a:r>
              <a:rPr lang="en-US" b="1" i="0" dirty="0" err="1"/>
              <a:t>voor</a:t>
            </a:r>
            <a:r>
              <a:rPr lang="en-US" b="1" i="0" dirty="0"/>
              <a:t> de </a:t>
            </a:r>
            <a:r>
              <a:rPr lang="en-US" b="1" i="0" dirty="0" err="1"/>
              <a:t>vraagvoorspelling</a:t>
            </a:r>
            <a:r>
              <a:rPr lang="en-US" b="1" i="0" dirty="0"/>
              <a:t>. </a:t>
            </a:r>
          </a:p>
          <a:p>
            <a:r>
              <a:rPr lang="en-US" b="1" i="0" dirty="0"/>
              <a:t>Stations </a:t>
            </a:r>
            <a:r>
              <a:rPr lang="en-US" b="1" i="0" dirty="0" err="1"/>
              <a:t>los</a:t>
            </a:r>
            <a:r>
              <a:rPr lang="en-US" b="1" i="0" dirty="0"/>
              <a:t> </a:t>
            </a:r>
            <a:r>
              <a:rPr lang="en-US" b="1" i="0" dirty="0" err="1"/>
              <a:t>voorspellen</a:t>
            </a:r>
            <a:r>
              <a:rPr lang="en-US" b="1" i="0" dirty="0"/>
              <a:t> </a:t>
            </a:r>
            <a:r>
              <a:rPr lang="en-US" b="1" i="0" dirty="0" err="1"/>
              <a:t>gaf</a:t>
            </a:r>
            <a:r>
              <a:rPr lang="en-US" b="1" i="0" dirty="0"/>
              <a:t>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veel</a:t>
            </a:r>
            <a:r>
              <a:rPr lang="en-US" b="1" i="0" dirty="0"/>
              <a:t> </a:t>
            </a:r>
            <a:r>
              <a:rPr lang="en-US" b="1" i="0" dirty="0" err="1"/>
              <a:t>ruis</a:t>
            </a:r>
            <a:r>
              <a:rPr lang="en-US" b="1" i="0" dirty="0"/>
              <a:t>, </a:t>
            </a:r>
            <a:r>
              <a:rPr lang="en-US" b="1" i="0" dirty="0" err="1"/>
              <a:t>dus</a:t>
            </a:r>
            <a:r>
              <a:rPr lang="en-US" b="1" i="0" dirty="0"/>
              <a:t> met </a:t>
            </a:r>
            <a:r>
              <a:rPr lang="en-US" b="1" i="0" dirty="0" err="1"/>
              <a:t>KMeans</a:t>
            </a:r>
            <a:r>
              <a:rPr lang="en-US" b="1" i="0" dirty="0"/>
              <a:t> clustering heel New York </a:t>
            </a:r>
            <a:r>
              <a:rPr lang="en-US" b="1" i="0" dirty="0" err="1"/>
              <a:t>opgedeeld</a:t>
            </a:r>
            <a:r>
              <a:rPr lang="en-US" b="1" i="0" dirty="0"/>
              <a:t> in 30 zones. </a:t>
            </a:r>
          </a:p>
          <a:p>
            <a:r>
              <a:rPr lang="en-US" b="1" i="0" dirty="0"/>
              <a:t>Het model </a:t>
            </a:r>
            <a:r>
              <a:rPr lang="en-US" b="1" i="0" dirty="0" err="1"/>
              <a:t>gebruikt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Poisson loss-</a:t>
            </a:r>
            <a:r>
              <a:rPr lang="en-US" b="1" i="0" dirty="0" err="1"/>
              <a:t>functie</a:t>
            </a:r>
            <a:r>
              <a:rPr lang="en-US" b="1" i="0" dirty="0"/>
              <a:t>, wat perfect is </a:t>
            </a:r>
            <a:r>
              <a:rPr lang="en-US" b="1" i="0" dirty="0" err="1"/>
              <a:t>voor</a:t>
            </a:r>
            <a:r>
              <a:rPr lang="en-US" b="1" i="0" dirty="0"/>
              <a:t> </a:t>
            </a:r>
            <a:r>
              <a:rPr lang="en-US" b="1" i="0" dirty="0" err="1"/>
              <a:t>teldata</a:t>
            </a:r>
            <a:r>
              <a:rPr lang="en-US" b="1" i="0" dirty="0"/>
              <a:t>. </a:t>
            </a:r>
          </a:p>
          <a:p>
            <a:r>
              <a:rPr lang="en-US" b="1" i="0" dirty="0"/>
              <a:t>Het model </a:t>
            </a:r>
            <a:r>
              <a:rPr lang="en-US" b="1" i="0" dirty="0" err="1"/>
              <a:t>behaalt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R² van maar </a:t>
            </a:r>
            <a:r>
              <a:rPr lang="en-US" b="1" i="0" dirty="0" err="1"/>
              <a:t>liefst</a:t>
            </a:r>
            <a:r>
              <a:rPr lang="en-US" b="1" i="0" dirty="0"/>
              <a:t> 0.93 </a:t>
            </a:r>
            <a:r>
              <a:rPr lang="en-US" b="1" i="0" dirty="0" err="1"/>
              <a:t>en</a:t>
            </a:r>
            <a:r>
              <a:rPr lang="en-US" b="1" i="0" dirty="0"/>
              <a:t> zit er per zone maar </a:t>
            </a:r>
            <a:r>
              <a:rPr lang="en-US" b="1" i="0" dirty="0" err="1"/>
              <a:t>zo'n</a:t>
            </a:r>
            <a:r>
              <a:rPr lang="en-US" b="1" i="0" dirty="0"/>
              <a:t> 29 </a:t>
            </a:r>
            <a:r>
              <a:rPr lang="en-US" b="1" i="0" dirty="0" err="1"/>
              <a:t>fietsen</a:t>
            </a:r>
            <a:r>
              <a:rPr lang="en-US" b="1" i="0" dirty="0"/>
              <a:t> per </a:t>
            </a:r>
            <a:r>
              <a:rPr lang="en-US" b="1" i="0" dirty="0" err="1"/>
              <a:t>uur</a:t>
            </a:r>
            <a:r>
              <a:rPr lang="en-US" b="1" i="0" dirty="0"/>
              <a:t> </a:t>
            </a:r>
            <a:r>
              <a:rPr lang="en-US" b="1" i="0" dirty="0" err="1"/>
              <a:t>naast</a:t>
            </a:r>
            <a:r>
              <a:rPr lang="en-US" b="1" i="0" dirty="0"/>
              <a:t>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83415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A5F70-6B38-A87A-B41F-0A288CBE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B4F5594-5B92-18CD-F8B5-EEEE87D6D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2F6B55F-60C5-4DC5-B61B-C285DDB32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/>
              <a:t>KOBE:</a:t>
            </a:r>
          </a:p>
          <a:p>
            <a:r>
              <a:rPr lang="en-US" b="1" i="0" dirty="0" err="1"/>
              <a:t>Beide</a:t>
            </a:r>
            <a:r>
              <a:rPr lang="en-US" b="1" i="0" dirty="0"/>
              <a:t> Citi Bike </a:t>
            </a:r>
            <a:r>
              <a:rPr lang="en-US" b="1" i="0" dirty="0" err="1"/>
              <a:t>modellen</a:t>
            </a:r>
            <a:r>
              <a:rPr lang="en-US" b="1" i="0" dirty="0"/>
              <a:t> </a:t>
            </a:r>
            <a:r>
              <a:rPr lang="en-US" b="1" i="0" dirty="0" err="1"/>
              <a:t>draaien</a:t>
            </a:r>
            <a:r>
              <a:rPr lang="en-US" b="1" i="0" dirty="0"/>
              <a:t> </a:t>
            </a:r>
            <a:r>
              <a:rPr lang="en-US" b="1" i="0" dirty="0" err="1"/>
              <a:t>samen</a:t>
            </a:r>
            <a:r>
              <a:rPr lang="en-US" b="1" i="0" dirty="0"/>
              <a:t> met de mushrooms op </a:t>
            </a:r>
            <a:r>
              <a:rPr lang="en-US" b="1" i="0" dirty="0" err="1"/>
              <a:t>onze</a:t>
            </a:r>
            <a:r>
              <a:rPr lang="en-US" b="1" i="0" dirty="0"/>
              <a:t> Oracle. </a:t>
            </a:r>
          </a:p>
          <a:p>
            <a:r>
              <a:rPr lang="en-US" b="1" i="0" dirty="0"/>
              <a:t>Voor het </a:t>
            </a:r>
            <a:r>
              <a:rPr lang="en-US" b="1" i="0" dirty="0" err="1"/>
              <a:t>vraagmodel</a:t>
            </a:r>
            <a:r>
              <a:rPr lang="en-US" b="1" i="0" dirty="0"/>
              <a:t> </a:t>
            </a:r>
            <a:r>
              <a:rPr lang="en-US" b="1" i="0" dirty="0" err="1"/>
              <a:t>hebben</a:t>
            </a:r>
            <a:r>
              <a:rPr lang="en-US" b="1" i="0" dirty="0"/>
              <a:t> we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interactieve</a:t>
            </a:r>
            <a:r>
              <a:rPr lang="en-US" b="1" i="0" dirty="0"/>
              <a:t> </a:t>
            </a:r>
            <a:r>
              <a:rPr lang="en-US" b="1" i="0" dirty="0" err="1"/>
              <a:t>kaart</a:t>
            </a:r>
            <a:r>
              <a:rPr lang="en-US" b="1" i="0" dirty="0"/>
              <a:t> </a:t>
            </a:r>
            <a:r>
              <a:rPr lang="en-US" b="1" i="0" dirty="0" err="1"/>
              <a:t>gemaakt</a:t>
            </a:r>
            <a:r>
              <a:rPr lang="en-US" b="1" i="0" dirty="0"/>
              <a:t> met Leaflet </a:t>
            </a:r>
            <a:r>
              <a:rPr lang="en-US" b="1" i="0" dirty="0" err="1"/>
              <a:t>waarin</a:t>
            </a:r>
            <a:r>
              <a:rPr lang="en-US" b="1" i="0" dirty="0"/>
              <a:t> u per zone live </a:t>
            </a:r>
            <a:r>
              <a:rPr lang="en-US" b="1" i="0" dirty="0" err="1"/>
              <a:t>kunt</a:t>
            </a:r>
            <a:r>
              <a:rPr lang="en-US" b="1" i="0" dirty="0"/>
              <a:t> </a:t>
            </a:r>
            <a:r>
              <a:rPr lang="en-US" b="1" i="0" dirty="0" err="1"/>
              <a:t>zien</a:t>
            </a:r>
            <a:r>
              <a:rPr lang="en-US" b="1" i="0" dirty="0"/>
              <a:t> </a:t>
            </a:r>
            <a:r>
              <a:rPr lang="en-US" b="1" i="0" dirty="0" err="1"/>
              <a:t>hoeveel</a:t>
            </a:r>
            <a:r>
              <a:rPr lang="en-US" b="1" i="0" dirty="0"/>
              <a:t> </a:t>
            </a:r>
            <a:r>
              <a:rPr lang="en-US" b="1" i="0" dirty="0" err="1"/>
              <a:t>fietsen</a:t>
            </a:r>
            <a:r>
              <a:rPr lang="en-US" b="1" i="0" dirty="0"/>
              <a:t> </a:t>
            </a:r>
          </a:p>
          <a:p>
            <a:r>
              <a:rPr lang="en-US" b="1" i="0" dirty="0"/>
              <a:t>er </a:t>
            </a:r>
            <a:r>
              <a:rPr lang="en-US" b="1" i="0" dirty="0" err="1"/>
              <a:t>verwacht</a:t>
            </a:r>
            <a:r>
              <a:rPr lang="en-US" b="1" i="0" dirty="0"/>
              <a:t> </a:t>
            </a:r>
            <a:r>
              <a:rPr lang="en-US" b="1" i="0" dirty="0" err="1"/>
              <a:t>worden</a:t>
            </a:r>
            <a:r>
              <a:rPr lang="en-US" b="1" i="0" dirty="0"/>
              <a:t> op basis van het </a:t>
            </a:r>
            <a:r>
              <a:rPr lang="en-US" b="1" i="0" dirty="0" err="1"/>
              <a:t>actuele</a:t>
            </a:r>
            <a:r>
              <a:rPr lang="en-US" b="1" i="0" dirty="0"/>
              <a:t> </a:t>
            </a:r>
            <a:r>
              <a:rPr lang="en-US" b="1" i="0" dirty="0" err="1"/>
              <a:t>weerbericht</a:t>
            </a:r>
            <a:r>
              <a:rPr lang="en-US" b="1" i="0" dirty="0"/>
              <a:t>. </a:t>
            </a:r>
          </a:p>
          <a:p>
            <a:r>
              <a:rPr lang="en-US" b="1" i="0" dirty="0"/>
              <a:t>Elke git push </a:t>
            </a:r>
            <a:r>
              <a:rPr lang="en-US" b="1" i="0" dirty="0" err="1"/>
              <a:t>naar</a:t>
            </a:r>
            <a:r>
              <a:rPr lang="en-US" b="1" i="0" dirty="0"/>
              <a:t> </a:t>
            </a:r>
            <a:r>
              <a:rPr lang="en-US" b="1" i="0" dirty="0" err="1"/>
              <a:t>onze</a:t>
            </a:r>
            <a:r>
              <a:rPr lang="en-US" b="1" i="0" dirty="0"/>
              <a:t> main branch </a:t>
            </a:r>
            <a:r>
              <a:rPr lang="en-US" b="1" i="0" dirty="0" err="1"/>
              <a:t>triggert</a:t>
            </a:r>
            <a:r>
              <a:rPr lang="en-US" b="1" i="0" dirty="0"/>
              <a:t> </a:t>
            </a:r>
            <a:r>
              <a:rPr lang="en-US" b="1" i="0" dirty="0" err="1"/>
              <a:t>automatisch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test </a:t>
            </a:r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herstart</a:t>
            </a:r>
            <a:r>
              <a:rPr lang="en-US" b="1" i="0" dirty="0"/>
              <a:t> de server</a:t>
            </a:r>
            <a:endParaRPr lang="nl-NL" b="1" i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C14E93B-898C-EAAF-B371-C6A1D4683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06692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34E67-3E83-DACB-6069-6136EB50E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4E771C5-75FB-9CC3-4AC8-23D090E59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0DC7EBB-8FA0-1EF2-AF47-99AAB214B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chemeClr val="accent4">
                    <a:lumMod val="75000"/>
                  </a:schemeClr>
                </a:solidFill>
              </a:rPr>
              <a:t>DIMI:</a:t>
            </a:r>
          </a:p>
          <a:p>
            <a:r>
              <a:rPr lang="en-US" b="1" i="0" dirty="0"/>
              <a:t>Als we </a:t>
            </a:r>
            <a:r>
              <a:rPr lang="en-US" b="1" i="0" dirty="0" err="1"/>
              <a:t>dieper</a:t>
            </a:r>
            <a:r>
              <a:rPr lang="en-US" b="1" i="0" dirty="0"/>
              <a:t> in de </a:t>
            </a:r>
            <a:r>
              <a:rPr lang="en-US" b="1" i="0" dirty="0" err="1"/>
              <a:t>fouten</a:t>
            </a:r>
            <a:r>
              <a:rPr lang="en-US" b="1" i="0" dirty="0"/>
              <a:t> </a:t>
            </a:r>
            <a:r>
              <a:rPr lang="en-US" b="1" i="0" dirty="0" err="1"/>
              <a:t>duiken</a:t>
            </a:r>
            <a:r>
              <a:rPr lang="en-US" b="1" i="0" dirty="0"/>
              <a:t>, </a:t>
            </a:r>
            <a:r>
              <a:rPr lang="en-US" b="1" i="0" dirty="0" err="1"/>
              <a:t>zien</a:t>
            </a:r>
            <a:r>
              <a:rPr lang="en-US" b="1" i="0" dirty="0"/>
              <a:t> we </a:t>
            </a:r>
            <a:r>
              <a:rPr lang="en-US" b="1" i="0" dirty="0" err="1"/>
              <a:t>interessante</a:t>
            </a:r>
            <a:r>
              <a:rPr lang="en-US" b="1" i="0" dirty="0"/>
              <a:t> </a:t>
            </a:r>
            <a:r>
              <a:rPr lang="en-US" b="1" i="0" dirty="0" err="1"/>
              <a:t>dingen</a:t>
            </a:r>
            <a:r>
              <a:rPr lang="en-US" b="1" i="0" dirty="0"/>
              <a:t>. </a:t>
            </a:r>
          </a:p>
          <a:p>
            <a:r>
              <a:rPr lang="en-US" b="1" i="0" dirty="0"/>
              <a:t>Bij </a:t>
            </a:r>
            <a:r>
              <a:rPr lang="en-US" b="1" i="0" dirty="0" err="1"/>
              <a:t>ritduur</a:t>
            </a:r>
            <a:r>
              <a:rPr lang="en-US" b="1" i="0" dirty="0"/>
              <a:t> zit de </a:t>
            </a:r>
            <a:r>
              <a:rPr lang="en-US" b="1" i="0" dirty="0" err="1"/>
              <a:t>fout</a:t>
            </a:r>
            <a:r>
              <a:rPr lang="en-US" b="1" i="0" dirty="0"/>
              <a:t> </a:t>
            </a:r>
            <a:r>
              <a:rPr lang="en-US" b="1" i="0" dirty="0" err="1"/>
              <a:t>vooral</a:t>
            </a:r>
            <a:r>
              <a:rPr lang="en-US" b="1" i="0" dirty="0"/>
              <a:t> </a:t>
            </a:r>
            <a:r>
              <a:rPr lang="en-US" b="1" i="0" dirty="0" err="1"/>
              <a:t>bij</a:t>
            </a:r>
            <a:r>
              <a:rPr lang="en-US" b="1" i="0" dirty="0"/>
              <a:t> </a:t>
            </a:r>
            <a:r>
              <a:rPr lang="en-US" b="1" i="0" dirty="0" err="1"/>
              <a:t>toeristen</a:t>
            </a:r>
            <a:r>
              <a:rPr lang="en-US" b="1" i="0" dirty="0"/>
              <a:t>: die </a:t>
            </a:r>
            <a:r>
              <a:rPr lang="en-US" b="1" i="0" dirty="0" err="1"/>
              <a:t>stoppen</a:t>
            </a:r>
            <a:r>
              <a:rPr lang="en-US" b="1" i="0" dirty="0"/>
              <a:t> </a:t>
            </a:r>
            <a:r>
              <a:rPr lang="en-US" b="1" i="0" dirty="0" err="1"/>
              <a:t>voor</a:t>
            </a:r>
            <a:r>
              <a:rPr lang="en-US" b="1" i="0" dirty="0"/>
              <a:t> </a:t>
            </a:r>
            <a:r>
              <a:rPr lang="en-US" b="1" i="0" dirty="0" err="1"/>
              <a:t>een</a:t>
            </a:r>
            <a:r>
              <a:rPr lang="en-US" b="1" i="0" dirty="0"/>
              <a:t> </a:t>
            </a:r>
            <a:r>
              <a:rPr lang="en-US" b="1" i="0" dirty="0" err="1"/>
              <a:t>koffie</a:t>
            </a:r>
            <a:r>
              <a:rPr lang="en-US" b="1" i="0" dirty="0"/>
              <a:t> of </a:t>
            </a:r>
            <a:r>
              <a:rPr lang="en-US" b="1" i="0" dirty="0" err="1"/>
              <a:t>rijden</a:t>
            </a:r>
            <a:r>
              <a:rPr lang="en-US" b="1" i="0" dirty="0"/>
              <a:t> </a:t>
            </a:r>
            <a:r>
              <a:rPr lang="en-US" b="1" i="0" dirty="0" err="1"/>
              <a:t>doelloos</a:t>
            </a:r>
            <a:r>
              <a:rPr lang="en-US" b="1" i="0" dirty="0"/>
              <a:t> </a:t>
            </a:r>
            <a:r>
              <a:rPr lang="en-US" b="1" i="0" dirty="0" err="1"/>
              <a:t>rond</a:t>
            </a:r>
            <a:r>
              <a:rPr lang="en-US" b="1" i="0" dirty="0"/>
              <a:t>, </a:t>
            </a:r>
            <a:r>
              <a:rPr lang="en-US" b="1" i="0" dirty="0" err="1"/>
              <a:t>terwijl</a:t>
            </a:r>
            <a:r>
              <a:rPr lang="en-US" b="1" i="0" dirty="0"/>
              <a:t> members direct van A </a:t>
            </a:r>
            <a:r>
              <a:rPr lang="en-US" b="1" i="0" dirty="0" err="1"/>
              <a:t>naar</a:t>
            </a:r>
            <a:r>
              <a:rPr lang="en-US" b="1" i="0" dirty="0"/>
              <a:t> B </a:t>
            </a:r>
            <a:r>
              <a:rPr lang="en-US" b="1" i="0" dirty="0" err="1"/>
              <a:t>gaan</a:t>
            </a:r>
            <a:r>
              <a:rPr lang="en-US" b="1" i="0" dirty="0"/>
              <a:t>. </a:t>
            </a:r>
          </a:p>
          <a:p>
            <a:r>
              <a:rPr lang="en-US" b="1" i="0" dirty="0"/>
              <a:t>Bij de </a:t>
            </a:r>
            <a:r>
              <a:rPr lang="en-US" b="1" i="0" dirty="0" err="1"/>
              <a:t>vraagvoorspelling</a:t>
            </a:r>
            <a:r>
              <a:rPr lang="en-US" b="1" i="0" dirty="0"/>
              <a:t> </a:t>
            </a:r>
            <a:r>
              <a:rPr lang="en-US" b="1" i="0" dirty="0" err="1"/>
              <a:t>zagen</a:t>
            </a:r>
            <a:r>
              <a:rPr lang="en-US" b="1" i="0" dirty="0"/>
              <a:t> we </a:t>
            </a:r>
            <a:r>
              <a:rPr lang="en-US" b="1" i="0" dirty="0" err="1"/>
              <a:t>dat</a:t>
            </a:r>
            <a:r>
              <a:rPr lang="en-US" b="1" i="0" dirty="0"/>
              <a:t> het model </a:t>
            </a:r>
            <a:r>
              <a:rPr lang="en-US" b="1" i="0" dirty="0" err="1"/>
              <a:t>aanvankelijk</a:t>
            </a:r>
            <a:r>
              <a:rPr lang="en-US" b="1" i="0" dirty="0"/>
              <a:t> de mist in </a:t>
            </a:r>
            <a:r>
              <a:rPr lang="en-US" b="1" i="0" dirty="0" err="1"/>
              <a:t>ging</a:t>
            </a:r>
            <a:r>
              <a:rPr lang="en-US" b="1" i="0" dirty="0"/>
              <a:t> op </a:t>
            </a:r>
            <a:r>
              <a:rPr lang="en-US" b="1" i="0" dirty="0" err="1"/>
              <a:t>feestdagen</a:t>
            </a:r>
            <a:r>
              <a:rPr lang="en-US" b="1" i="0" dirty="0"/>
              <a:t>. </a:t>
            </a:r>
          </a:p>
          <a:p>
            <a:r>
              <a:rPr lang="en-US" b="1" i="0" dirty="0"/>
              <a:t>Maar door het model </a:t>
            </a:r>
            <a:r>
              <a:rPr lang="en-US" b="1" i="0" dirty="0" err="1"/>
              <a:t>te</a:t>
            </a:r>
            <a:r>
              <a:rPr lang="en-US" b="1" i="0" dirty="0"/>
              <a:t> </a:t>
            </a:r>
            <a:r>
              <a:rPr lang="en-US" b="1" i="0" dirty="0" err="1"/>
              <a:t>trainen</a:t>
            </a:r>
            <a:r>
              <a:rPr lang="en-US" b="1" i="0" dirty="0"/>
              <a:t> op alle 13 </a:t>
            </a:r>
            <a:r>
              <a:rPr lang="en-US" b="1" i="0" dirty="0" err="1"/>
              <a:t>jaren</a:t>
            </a:r>
            <a:r>
              <a:rPr lang="en-US" b="1" i="0" dirty="0"/>
              <a:t> data in </a:t>
            </a:r>
            <a:r>
              <a:rPr lang="en-US" b="1" i="0" dirty="0" err="1"/>
              <a:t>plaats</a:t>
            </a:r>
            <a:r>
              <a:rPr lang="en-US" b="1" i="0" dirty="0"/>
              <a:t> van </a:t>
            </a:r>
            <a:r>
              <a:rPr lang="en-US" b="1" i="0" dirty="0" err="1"/>
              <a:t>alleen</a:t>
            </a:r>
            <a:r>
              <a:rPr lang="en-US" b="1" i="0" dirty="0"/>
              <a:t> 2024, </a:t>
            </a:r>
            <a:r>
              <a:rPr lang="en-US" b="1" i="0" dirty="0" err="1"/>
              <a:t>snapte</a:t>
            </a:r>
            <a:r>
              <a:rPr lang="en-US" b="1" i="0" dirty="0"/>
              <a:t> het model </a:t>
            </a:r>
            <a:r>
              <a:rPr lang="en-US" b="1" i="0" dirty="0" err="1"/>
              <a:t>feestdagen</a:t>
            </a:r>
            <a:r>
              <a:rPr lang="en-US" b="1" i="0" dirty="0"/>
              <a:t> </a:t>
            </a:r>
            <a:r>
              <a:rPr lang="en-US" b="1" i="0" dirty="0" err="1"/>
              <a:t>ineens</a:t>
            </a:r>
            <a:r>
              <a:rPr lang="en-US" b="1" i="0" dirty="0"/>
              <a:t> </a:t>
            </a:r>
            <a:r>
              <a:rPr lang="en-US" b="1" i="0" dirty="0" err="1"/>
              <a:t>wel</a:t>
            </a:r>
            <a:r>
              <a:rPr lang="en-US" b="1" i="0" dirty="0"/>
              <a:t>, </a:t>
            </a:r>
          </a:p>
          <a:p>
            <a:r>
              <a:rPr lang="en-US" b="1" i="0" dirty="0" err="1"/>
              <a:t>en</a:t>
            </a:r>
            <a:r>
              <a:rPr lang="en-US" b="1" i="0" dirty="0"/>
              <a:t> </a:t>
            </a:r>
            <a:r>
              <a:rPr lang="en-US" b="1" i="0" dirty="0" err="1"/>
              <a:t>daalde</a:t>
            </a:r>
            <a:r>
              <a:rPr lang="en-US" b="1" i="0" dirty="0"/>
              <a:t> de Thanksgiving-</a:t>
            </a:r>
            <a:r>
              <a:rPr lang="en-US" b="1" i="0" dirty="0" err="1"/>
              <a:t>fout</a:t>
            </a:r>
            <a:r>
              <a:rPr lang="en-US" b="1" i="0" dirty="0"/>
              <a:t> van 165% </a:t>
            </a:r>
            <a:r>
              <a:rPr lang="en-US" b="1" i="0" dirty="0" err="1"/>
              <a:t>naar</a:t>
            </a:r>
            <a:r>
              <a:rPr lang="en-US" b="1" i="0" dirty="0"/>
              <a:t> maar 5%.</a:t>
            </a:r>
          </a:p>
          <a:p>
            <a:r>
              <a:rPr lang="en-US" b="0" dirty="0"/>
              <a:t>MAE: Mean Absolute Error (</a:t>
            </a:r>
            <a:r>
              <a:rPr lang="en-US" b="0" dirty="0" err="1"/>
              <a:t>Gemiddelde</a:t>
            </a:r>
            <a:r>
              <a:rPr lang="en-US" b="0" dirty="0"/>
              <a:t> Absolute Fout)</a:t>
            </a:r>
            <a:endParaRPr lang="nl-NL" b="0" i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A8B66DB-1FFA-2A64-041B-DA5DFB447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7771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/>
              <a:t>DIMI:</a:t>
            </a:r>
            <a:br>
              <a:rPr lang="en-US" b="1" i="0" dirty="0"/>
            </a:br>
            <a:r>
              <a:rPr lang="en-US" b="1" i="0" dirty="0" err="1">
                <a:effectLst/>
              </a:rPr>
              <a:t>Natuurlijk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liep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niet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alles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vanzelf</a:t>
            </a:r>
            <a:r>
              <a:rPr lang="en-US" b="1" i="0" dirty="0">
                <a:effectLst/>
              </a:rPr>
              <a:t>. De Citi Bike data was </a:t>
            </a:r>
            <a:r>
              <a:rPr lang="en-US" b="1" i="0" dirty="0" err="1">
                <a:effectLst/>
              </a:rPr>
              <a:t>zó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groot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dat</a:t>
            </a:r>
            <a:r>
              <a:rPr lang="en-US" b="1" i="0" dirty="0">
                <a:effectLst/>
              </a:rPr>
              <a:t> het </a:t>
            </a:r>
            <a:r>
              <a:rPr lang="en-US" b="1" i="0" dirty="0" err="1">
                <a:effectLst/>
              </a:rPr>
              <a:t>downloaden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uren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duurde</a:t>
            </a:r>
            <a:r>
              <a:rPr lang="en-US" b="1" i="0" dirty="0">
                <a:effectLst/>
              </a:rPr>
              <a:t>, </a:t>
            </a:r>
          </a:p>
          <a:p>
            <a:r>
              <a:rPr lang="en-US" b="1" i="0" dirty="0" err="1">
                <a:effectLst/>
              </a:rPr>
              <a:t>en</a:t>
            </a:r>
            <a:r>
              <a:rPr lang="en-US" b="1" i="0" dirty="0">
                <a:effectLst/>
              </a:rPr>
              <a:t> in de data van 2024 </a:t>
            </a:r>
            <a:r>
              <a:rPr lang="en-US" b="1" i="0" dirty="0" err="1">
                <a:effectLst/>
              </a:rPr>
              <a:t>veranderden</a:t>
            </a:r>
            <a:r>
              <a:rPr lang="en-US" b="1" i="0" dirty="0">
                <a:effectLst/>
              </a:rPr>
              <a:t> plots de datatypes </a:t>
            </a:r>
            <a:r>
              <a:rPr lang="en-US" b="1" i="0" dirty="0" err="1">
                <a:effectLst/>
              </a:rPr>
              <a:t>en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kolomnamen</a:t>
            </a:r>
            <a:r>
              <a:rPr lang="en-US" b="1" i="0" dirty="0">
                <a:effectLst/>
              </a:rPr>
              <a:t>. </a:t>
            </a:r>
          </a:p>
          <a:p>
            <a:r>
              <a:rPr lang="en-US" b="1" i="0" dirty="0">
                <a:effectLst/>
              </a:rPr>
              <a:t>Ook </a:t>
            </a:r>
            <a:r>
              <a:rPr lang="en-US" b="1" i="0" dirty="0" err="1">
                <a:effectLst/>
              </a:rPr>
              <a:t>kregen</a:t>
            </a:r>
            <a:r>
              <a:rPr lang="en-US" b="1" i="0" dirty="0">
                <a:effectLst/>
              </a:rPr>
              <a:t> we </a:t>
            </a:r>
            <a:r>
              <a:rPr lang="en-US" b="1" i="0" dirty="0" err="1">
                <a:effectLst/>
              </a:rPr>
              <a:t>te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maken</a:t>
            </a:r>
            <a:r>
              <a:rPr lang="en-US" b="1" i="0" dirty="0">
                <a:effectLst/>
              </a:rPr>
              <a:t> met Python 3.13 die </a:t>
            </a:r>
            <a:r>
              <a:rPr lang="en-US" b="1" i="0" dirty="0" err="1">
                <a:effectLst/>
              </a:rPr>
              <a:t>botste</a:t>
            </a:r>
            <a:r>
              <a:rPr lang="en-US" b="1" i="0" dirty="0">
                <a:effectLst/>
              </a:rPr>
              <a:t> met </a:t>
            </a:r>
            <a:r>
              <a:rPr lang="en-US" b="1" i="0" dirty="0" err="1">
                <a:effectLst/>
              </a:rPr>
              <a:t>oude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PyCaret</a:t>
            </a:r>
            <a:r>
              <a:rPr lang="en-US" b="1" i="0" dirty="0">
                <a:effectLst/>
              </a:rPr>
              <a:t> compilers, wat we </a:t>
            </a:r>
            <a:r>
              <a:rPr lang="en-US" b="1" i="0" dirty="0" err="1">
                <a:effectLst/>
              </a:rPr>
              <a:t>hebben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opgelost</a:t>
            </a:r>
            <a:r>
              <a:rPr lang="en-US" b="1" i="0" dirty="0">
                <a:effectLst/>
              </a:rPr>
              <a:t> met </a:t>
            </a:r>
            <a:r>
              <a:rPr lang="en-US" b="1" i="0" dirty="0" err="1">
                <a:effectLst/>
              </a:rPr>
              <a:t>moderne</a:t>
            </a:r>
            <a:r>
              <a:rPr lang="en-US" b="1" i="0" dirty="0">
                <a:effectLst/>
              </a:rPr>
              <a:t> tooling.</a:t>
            </a:r>
            <a:br>
              <a:rPr lang="en-US" b="1" i="0" dirty="0">
                <a:effectLst/>
              </a:rPr>
            </a:br>
            <a:r>
              <a:rPr lang="en-US" b="1" i="0" dirty="0">
                <a:effectLst/>
              </a:rPr>
              <a:t>Op de server </a:t>
            </a:r>
            <a:r>
              <a:rPr lang="en-US" b="1" i="0" dirty="0" err="1">
                <a:effectLst/>
              </a:rPr>
              <a:t>liepen</a:t>
            </a:r>
            <a:r>
              <a:rPr lang="en-US" b="1" i="0" dirty="0">
                <a:effectLst/>
              </a:rPr>
              <a:t> we </a:t>
            </a:r>
            <a:r>
              <a:rPr lang="en-US" b="1" i="0" dirty="0" err="1">
                <a:effectLst/>
              </a:rPr>
              <a:t>tegen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een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venijnig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probleem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aan</a:t>
            </a:r>
            <a:r>
              <a:rPr lang="en-US" b="1" i="0" dirty="0">
                <a:effectLst/>
              </a:rPr>
              <a:t>: </a:t>
            </a:r>
            <a:r>
              <a:rPr lang="en-US" b="1" i="0" dirty="0" err="1">
                <a:effectLst/>
              </a:rPr>
              <a:t>ons</a:t>
            </a:r>
            <a:r>
              <a:rPr lang="en-US" b="1" i="0" dirty="0">
                <a:effectLst/>
              </a:rPr>
              <a:t> model was </a:t>
            </a:r>
            <a:r>
              <a:rPr lang="en-US" b="1" i="0" dirty="0" err="1">
                <a:effectLst/>
              </a:rPr>
              <a:t>opgeslagen</a:t>
            </a:r>
            <a:r>
              <a:rPr lang="en-US" b="1" i="0" dirty="0">
                <a:effectLst/>
              </a:rPr>
              <a:t> met </a:t>
            </a:r>
            <a:r>
              <a:rPr lang="en-US" b="1" i="0" dirty="0" err="1">
                <a:effectLst/>
              </a:rPr>
              <a:t>een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nieuwere</a:t>
            </a:r>
            <a:r>
              <a:rPr lang="en-US" b="1" i="0" dirty="0">
                <a:effectLst/>
              </a:rPr>
              <a:t> Scikit-Learn </a:t>
            </a:r>
            <a:r>
              <a:rPr lang="en-US" b="1" i="0" dirty="0" err="1">
                <a:effectLst/>
              </a:rPr>
              <a:t>versie</a:t>
            </a:r>
            <a:r>
              <a:rPr lang="en-US" b="1" i="0" dirty="0">
                <a:effectLst/>
              </a:rPr>
              <a:t> dan de </a:t>
            </a:r>
            <a:r>
              <a:rPr lang="en-US" b="1" i="0" dirty="0" err="1">
                <a:effectLst/>
              </a:rPr>
              <a:t>serverbibliotheek</a:t>
            </a:r>
            <a:r>
              <a:rPr lang="en-US" b="1" i="0" dirty="0">
                <a:effectLst/>
              </a:rPr>
              <a:t>.</a:t>
            </a:r>
          </a:p>
          <a:p>
            <a:r>
              <a:rPr lang="en-US" b="1" i="0" dirty="0">
                <a:effectLst/>
              </a:rPr>
              <a:t>En </a:t>
            </a:r>
            <a:r>
              <a:rPr lang="en-US" b="1" i="0" dirty="0" err="1">
                <a:effectLst/>
              </a:rPr>
              <a:t>tegen</a:t>
            </a:r>
            <a:r>
              <a:rPr lang="en-US" b="1" i="0" dirty="0">
                <a:effectLst/>
              </a:rPr>
              <a:t> overfitting </a:t>
            </a:r>
            <a:r>
              <a:rPr lang="en-US" b="1" i="0" dirty="0" err="1">
                <a:effectLst/>
              </a:rPr>
              <a:t>hebben</a:t>
            </a:r>
            <a:r>
              <a:rPr lang="en-US" b="1" i="0" dirty="0">
                <a:effectLst/>
              </a:rPr>
              <a:t> we </a:t>
            </a:r>
            <a:r>
              <a:rPr lang="en-US" b="1" i="0" dirty="0" err="1">
                <a:effectLst/>
              </a:rPr>
              <a:t>onze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bomen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actief</a:t>
            </a:r>
            <a:r>
              <a:rPr lang="en-US" b="1" i="0" dirty="0">
                <a:effectLst/>
              </a:rPr>
              <a:t> </a:t>
            </a:r>
            <a:r>
              <a:rPr lang="en-US" b="1" i="0" dirty="0" err="1">
                <a:effectLst/>
              </a:rPr>
              <a:t>gesnoeid</a:t>
            </a:r>
            <a:r>
              <a:rPr lang="en-US" b="1" i="0" dirty="0">
                <a:effectLst/>
              </a:rPr>
              <a:t> via pre-pruning.</a:t>
            </a:r>
            <a:endParaRPr lang="nl-NL" b="1" i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nl-NL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97638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b="1" i="0" dirty="0"/>
              <a:t>DIMI:</a:t>
            </a:r>
          </a:p>
          <a:p>
            <a:r>
              <a:rPr lang="en-US" b="1" i="0" dirty="0"/>
              <a:t>En </a:t>
            </a:r>
            <a:r>
              <a:rPr lang="en-US" b="1" i="0" dirty="0" err="1"/>
              <a:t>daarmee</a:t>
            </a:r>
            <a:r>
              <a:rPr lang="en-US" b="1" i="0" dirty="0"/>
              <a:t> </a:t>
            </a:r>
            <a:r>
              <a:rPr lang="en-US" b="1" i="0" dirty="0" err="1"/>
              <a:t>zijn</a:t>
            </a:r>
            <a:r>
              <a:rPr lang="en-US" b="1" i="0" dirty="0"/>
              <a:t> we </a:t>
            </a:r>
            <a:r>
              <a:rPr lang="en-US" b="1" i="0" dirty="0" err="1"/>
              <a:t>aan</a:t>
            </a:r>
            <a:r>
              <a:rPr lang="en-US" b="1" i="0" dirty="0"/>
              <a:t> het </a:t>
            </a:r>
            <a:r>
              <a:rPr lang="en-US" b="1" i="0" dirty="0" err="1"/>
              <a:t>einde</a:t>
            </a:r>
            <a:r>
              <a:rPr lang="en-US" b="1" i="0" dirty="0"/>
              <a:t> </a:t>
            </a:r>
            <a:r>
              <a:rPr lang="en-US" b="1" i="0" dirty="0" err="1"/>
              <a:t>gekomen</a:t>
            </a:r>
            <a:r>
              <a:rPr lang="en-US" b="1" i="0" dirty="0"/>
              <a:t> van </a:t>
            </a:r>
            <a:r>
              <a:rPr lang="en-US" b="1" i="0" dirty="0" err="1"/>
              <a:t>onze</a:t>
            </a:r>
            <a:r>
              <a:rPr lang="en-US" b="1" i="0" dirty="0"/>
              <a:t> </a:t>
            </a:r>
            <a:r>
              <a:rPr lang="en-US" b="1" i="0" dirty="0" err="1"/>
              <a:t>presentatie</a:t>
            </a:r>
            <a:r>
              <a:rPr lang="en-US" b="1" i="0" dirty="0"/>
              <a:t>. </a:t>
            </a:r>
          </a:p>
          <a:p>
            <a:r>
              <a:rPr lang="en-US" b="1" i="0" dirty="0"/>
              <a:t>We </a:t>
            </a:r>
            <a:r>
              <a:rPr lang="en-US" b="1" i="0" dirty="0" err="1"/>
              <a:t>hebben</a:t>
            </a:r>
            <a:r>
              <a:rPr lang="en-US" b="1" i="0" dirty="0"/>
              <a:t> </a:t>
            </a:r>
            <a:r>
              <a:rPr lang="en-US" b="1" i="0" dirty="0" err="1"/>
              <a:t>enorm</a:t>
            </a:r>
            <a:r>
              <a:rPr lang="en-US" b="1" i="0" dirty="0"/>
              <a:t> </a:t>
            </a:r>
            <a:r>
              <a:rPr lang="en-US" b="1" i="0" dirty="0" err="1"/>
              <a:t>veel</a:t>
            </a:r>
            <a:r>
              <a:rPr lang="en-US" b="1" i="0" dirty="0"/>
              <a:t> </a:t>
            </a:r>
            <a:r>
              <a:rPr lang="en-US" b="1" i="0" dirty="0" err="1"/>
              <a:t>geleerd</a:t>
            </a:r>
            <a:r>
              <a:rPr lang="en-US" b="1" i="0" dirty="0"/>
              <a:t> over </a:t>
            </a:r>
            <a:r>
              <a:rPr lang="en-US" b="1" i="0" dirty="0" err="1"/>
              <a:t>datakwaliteit</a:t>
            </a:r>
            <a:r>
              <a:rPr lang="en-US" b="1" i="0" dirty="0"/>
              <a:t>, </a:t>
            </a:r>
            <a:r>
              <a:rPr lang="en-US" b="1" i="0" dirty="0" err="1"/>
              <a:t>statistiek</a:t>
            </a:r>
            <a:r>
              <a:rPr lang="en-US" b="1" i="0" dirty="0"/>
              <a:t> </a:t>
            </a:r>
            <a:r>
              <a:rPr lang="en-US" b="1" i="0" dirty="0" err="1"/>
              <a:t>en</a:t>
            </a:r>
            <a:r>
              <a:rPr lang="en-US" b="1" i="0" dirty="0"/>
              <a:t> cloud deployment. </a:t>
            </a:r>
          </a:p>
          <a:p>
            <a:r>
              <a:rPr lang="en-US" b="1" i="0" dirty="0" err="1"/>
              <a:t>Bedankt</a:t>
            </a:r>
            <a:r>
              <a:rPr lang="en-US" b="1" i="0" dirty="0"/>
              <a:t> </a:t>
            </a:r>
            <a:r>
              <a:rPr lang="en-US" b="1" i="0" dirty="0" err="1"/>
              <a:t>voor</a:t>
            </a:r>
            <a:r>
              <a:rPr lang="en-US" b="1" i="0" dirty="0"/>
              <a:t> u </a:t>
            </a:r>
            <a:r>
              <a:rPr lang="en-US" b="1" i="0" dirty="0" err="1"/>
              <a:t>aandacht</a:t>
            </a:r>
            <a:r>
              <a:rPr lang="en-US" b="1" i="0" dirty="0"/>
              <a:t>.</a:t>
            </a:r>
          </a:p>
          <a:p>
            <a:r>
              <a:rPr lang="en-US" b="1" i="0" dirty="0" err="1"/>
              <a:t>Heeft</a:t>
            </a:r>
            <a:r>
              <a:rPr lang="en-US" b="1" i="0" dirty="0"/>
              <a:t> u </a:t>
            </a:r>
            <a:r>
              <a:rPr lang="en-US" b="1" i="0" dirty="0" err="1"/>
              <a:t>nog</a:t>
            </a:r>
            <a:r>
              <a:rPr lang="en-US" b="1" i="0" dirty="0"/>
              <a:t> </a:t>
            </a:r>
            <a:r>
              <a:rPr lang="en-US" b="1" i="0" dirty="0" err="1"/>
              <a:t>vragen</a:t>
            </a:r>
            <a:r>
              <a:rPr lang="en-US" b="1" i="0" dirty="0"/>
              <a:t> </a:t>
            </a:r>
            <a:r>
              <a:rPr lang="en-US" b="1" i="0" dirty="0" err="1"/>
              <a:t>voor</a:t>
            </a:r>
            <a:r>
              <a:rPr lang="en-US" b="1" i="0" dirty="0"/>
              <a:t> </a:t>
            </a:r>
            <a:r>
              <a:rPr lang="en-US" b="1" i="0" dirty="0" err="1"/>
              <a:t>ons</a:t>
            </a:r>
            <a:r>
              <a:rPr lang="en-US" b="1" i="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AD678-E066-4115-B5B1-E8CCB757BFF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72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54401" y="985721"/>
            <a:ext cx="8151383" cy="2036067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4800">
                <a:solidFill>
                  <a:srgbClr val="D67F58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38133" y="4447033"/>
            <a:ext cx="8144267" cy="1425247"/>
          </a:xfrm>
        </p:spPr>
        <p:txBody>
          <a:bodyPr>
            <a:normAutofit/>
          </a:bodyPr>
          <a:lstStyle>
            <a:lvl1pPr marL="0" indent="0" algn="r">
              <a:buNone/>
              <a:defRPr sz="3733" b="0" i="0">
                <a:solidFill>
                  <a:schemeClr val="bg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5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640" y="374900"/>
            <a:ext cx="10994760" cy="1199787"/>
          </a:xfrm>
        </p:spPr>
        <p:txBody>
          <a:bodyPr>
            <a:normAutofit/>
          </a:bodyPr>
          <a:lstStyle>
            <a:lvl1pPr algn="r">
              <a:defRPr sz="48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640" y="2207360"/>
            <a:ext cx="10994760" cy="4121557"/>
          </a:xfrm>
        </p:spPr>
        <p:txBody>
          <a:bodyPr/>
          <a:lstStyle>
            <a:lvl1pPr algn="l">
              <a:defRPr sz="3733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78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1902" y="614433"/>
            <a:ext cx="8561388" cy="1018033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D67F5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1901" y="1765000"/>
            <a:ext cx="8561388" cy="4458817"/>
          </a:xfrm>
        </p:spPr>
        <p:txBody>
          <a:bodyPr/>
          <a:lstStyle>
            <a:lvl1pPr>
              <a:defRPr sz="3733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4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2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839" y="457930"/>
            <a:ext cx="10769195" cy="1203813"/>
          </a:xfrm>
        </p:spPr>
        <p:txBody>
          <a:bodyPr>
            <a:normAutofit/>
          </a:bodyPr>
          <a:lstStyle>
            <a:lvl1pPr algn="r">
              <a:defRPr sz="48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5839" y="2410965"/>
            <a:ext cx="5386917" cy="639763"/>
          </a:xfrm>
        </p:spPr>
        <p:txBody>
          <a:bodyPr anchor="b"/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5839" y="3040828"/>
            <a:ext cx="5386917" cy="3035059"/>
          </a:xfrm>
        </p:spPr>
        <p:txBody>
          <a:bodyPr/>
          <a:lstStyle>
            <a:lvl1pPr algn="ctr">
              <a:defRPr sz="3200">
                <a:solidFill>
                  <a:schemeClr val="tx1"/>
                </a:solidFill>
              </a:defRPr>
            </a:lvl1pPr>
            <a:lvl2pPr algn="ctr">
              <a:defRPr sz="2667">
                <a:solidFill>
                  <a:schemeClr val="tx1"/>
                </a:solidFill>
              </a:defRPr>
            </a:lvl2pPr>
            <a:lvl3pPr algn="ctr">
              <a:defRPr sz="2400">
                <a:solidFill>
                  <a:schemeClr val="tx1"/>
                </a:solidFill>
              </a:defRPr>
            </a:lvl3pPr>
            <a:lvl4pPr algn="ctr">
              <a:defRPr sz="2133">
                <a:solidFill>
                  <a:schemeClr val="tx1"/>
                </a:solidFill>
              </a:defRPr>
            </a:lvl4pPr>
            <a:lvl5pPr algn="ctr">
              <a:defRPr sz="2133">
                <a:solidFill>
                  <a:schemeClr val="tx1"/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1" y="2410965"/>
            <a:ext cx="5389033" cy="639763"/>
          </a:xfrm>
        </p:spPr>
        <p:txBody>
          <a:bodyPr anchor="b"/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1" y="3040828"/>
            <a:ext cx="5389033" cy="3035059"/>
          </a:xfrm>
        </p:spPr>
        <p:txBody>
          <a:bodyPr/>
          <a:lstStyle>
            <a:lvl1pPr algn="ctr">
              <a:defRPr sz="3200">
                <a:solidFill>
                  <a:schemeClr val="tx1"/>
                </a:solidFill>
              </a:defRPr>
            </a:lvl1pPr>
            <a:lvl2pPr algn="ctr">
              <a:defRPr sz="2667">
                <a:solidFill>
                  <a:schemeClr val="tx1"/>
                </a:solidFill>
              </a:defRPr>
            </a:lvl2pPr>
            <a:lvl3pPr algn="ctr">
              <a:defRPr sz="2400">
                <a:solidFill>
                  <a:schemeClr val="tx1"/>
                </a:solidFill>
              </a:defRPr>
            </a:lvl3pPr>
            <a:lvl4pPr algn="ctr">
              <a:defRPr sz="2133">
                <a:solidFill>
                  <a:schemeClr val="tx1"/>
                </a:solidFill>
              </a:defRPr>
            </a:lvl4pPr>
            <a:lvl5pPr algn="ctr">
              <a:defRPr sz="2133">
                <a:solidFill>
                  <a:schemeClr val="tx1"/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13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25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7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73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18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67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7967" y="3101618"/>
            <a:ext cx="1951712" cy="70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691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/>
        </p:nvSpPr>
        <p:spPr>
          <a:xfrm>
            <a:off x="-12200" y="6951663"/>
            <a:ext cx="11186167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867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226695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89.168.73.76:8000/index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jpe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89.168.73.76:8000/index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55A39-B50E-AE77-C006-704D50DD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B1C3FE0-5895-8884-2D5A-EA445C365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966" y="1173233"/>
            <a:ext cx="8553844" cy="1402805"/>
          </a:xfrm>
        </p:spPr>
        <p:txBody>
          <a:bodyPr>
            <a:normAutofit/>
          </a:bodyPr>
          <a:lstStyle/>
          <a:p>
            <a:pPr algn="r"/>
            <a:r>
              <a:rPr lang="nl-NL" sz="4000" dirty="0">
                <a:solidFill>
                  <a:schemeClr val="bg1"/>
                </a:solidFill>
                <a:ea typeface="Calibri"/>
                <a:cs typeface="Calibri"/>
              </a:rPr>
              <a:t>AI + Cloud</a:t>
            </a:r>
            <a:r>
              <a:rPr lang="nl-NL" sz="4000" dirty="0">
                <a:ea typeface="Calibri"/>
                <a:cs typeface="Calibri"/>
              </a:rPr>
              <a:t> (Machine Learning )</a:t>
            </a:r>
            <a:br>
              <a:rPr lang="nl-NL" sz="4000" dirty="0">
                <a:ea typeface="Calibri"/>
                <a:cs typeface="Calibri"/>
              </a:rPr>
            </a:br>
            <a:r>
              <a:rPr lang="nl-NL" sz="4000">
                <a:ea typeface="Calibri"/>
                <a:cs typeface="Calibri"/>
              </a:rPr>
              <a:t>Mushrooms &amp; Citi Bike</a:t>
            </a:r>
          </a:p>
        </p:txBody>
      </p:sp>
      <p:pic>
        <p:nvPicPr>
          <p:cNvPr id="8" name="Picture 3" descr="Art Morphing GIF">
            <a:extLst>
              <a:ext uri="{FF2B5EF4-FFF2-40B4-BE49-F238E27FC236}">
                <a16:creationId xmlns:a16="http://schemas.microsoft.com/office/drawing/2014/main" id="{242A69D7-3B29-1A37-F18C-A2A888744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062" y="-76171"/>
            <a:ext cx="4668681" cy="70081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Afbeelding 1" descr="Afbeelding met wiel, Landvoertuig, voertuig, buitenshuis&#10;&#10;Door AI gegenereerde inhoud is mogelijk onjuist.">
            <a:extLst>
              <a:ext uri="{FF2B5EF4-FFF2-40B4-BE49-F238E27FC236}">
                <a16:creationId xmlns:a16="http://schemas.microsoft.com/office/drawing/2014/main" id="{5FF9FEC9-6AA6-8BA0-C5C4-DDC517A72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444" y="3425322"/>
            <a:ext cx="2547230" cy="28591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00137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805" y="497687"/>
            <a:ext cx="10769195" cy="120381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ea typeface="Calibri"/>
                <a:cs typeface="Calibri"/>
              </a:rPr>
              <a:t>Company Presentation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sz="half" idx="2"/>
          </p:nvPr>
        </p:nvSpPr>
        <p:spPr>
          <a:xfrm>
            <a:off x="3094" y="2030411"/>
            <a:ext cx="5389033" cy="413233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br>
              <a:rPr lang="nl-BE" dirty="0">
                <a:solidFill>
                  <a:srgbClr val="000000"/>
                </a:solidFill>
              </a:rPr>
            </a:br>
            <a:r>
              <a:rPr lang="nl-BE" sz="3500">
                <a:solidFill>
                  <a:schemeClr val="bg1"/>
                </a:solidFill>
              </a:rPr>
              <a:t>Team 3</a:t>
            </a:r>
            <a:r>
              <a:rPr lang="nl-BE" sz="3500" dirty="0">
                <a:solidFill>
                  <a:schemeClr val="bg1"/>
                </a:solidFill>
              </a:rPr>
              <a:t> </a:t>
            </a:r>
            <a:br>
              <a:rPr lang="nl-BE" sz="3500" dirty="0"/>
            </a:br>
            <a:r>
              <a:rPr lang="nl-BE" sz="3500">
                <a:solidFill>
                  <a:schemeClr val="bg1"/>
                </a:solidFill>
              </a:rPr>
              <a:t>Git Push &amp; Pray</a:t>
            </a:r>
            <a:endParaRPr lang="nl-NL" sz="3500">
              <a:solidFill>
                <a:schemeClr val="bg1"/>
              </a:solidFill>
            </a:endParaRPr>
          </a:p>
          <a:p>
            <a:pPr marL="0" indent="0">
              <a:buNone/>
            </a:pPr>
            <a:br>
              <a:rPr lang="nl-BE" dirty="0">
                <a:solidFill>
                  <a:srgbClr val="000000"/>
                </a:solidFill>
              </a:rPr>
            </a:br>
            <a:r>
              <a:rPr lang="nl-BE">
                <a:solidFill>
                  <a:schemeClr val="tx1">
                    <a:lumMod val="49000"/>
                    <a:lumOff val="51000"/>
                  </a:schemeClr>
                </a:solidFill>
              </a:rPr>
              <a:t>Leden:</a:t>
            </a:r>
            <a:endParaRPr lang="nl-BE">
              <a:solidFill>
                <a:schemeClr val="tx1">
                  <a:lumMod val="49000"/>
                  <a:lumOff val="51000"/>
                </a:schemeClr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nl-BE"/>
              <a:t>Kobe Vandenberk</a:t>
            </a:r>
          </a:p>
          <a:p>
            <a:pPr marL="0" indent="0">
              <a:buNone/>
            </a:pPr>
            <a:r>
              <a:rPr lang="nl-BE"/>
              <a:t>Cisse Vandeweyer</a:t>
            </a:r>
          </a:p>
          <a:p>
            <a:pPr marL="0" indent="0">
              <a:buNone/>
            </a:pPr>
            <a:r>
              <a:rPr lang="nl-BE"/>
              <a:t>Brent Van Gelder</a:t>
            </a:r>
          </a:p>
          <a:p>
            <a:pPr marL="456565" indent="-456565">
              <a:buNone/>
            </a:pPr>
            <a:r>
              <a:rPr lang="nl-BE">
                <a:ea typeface="Calibri"/>
                <a:cs typeface="Calibri"/>
              </a:rPr>
              <a:t>Dmitrij Tchervonisjenko</a:t>
            </a:r>
          </a:p>
          <a:p>
            <a:pPr marL="0" indent="0">
              <a:buNone/>
            </a:pPr>
            <a:endParaRPr lang="nl-BE" dirty="0">
              <a:ea typeface="Calibri"/>
              <a:cs typeface="Calibri"/>
            </a:endParaRPr>
          </a:p>
          <a:p>
            <a:pPr marL="0" indent="0">
              <a:buNone/>
            </a:pPr>
            <a:endParaRPr lang="nl-BE" dirty="0">
              <a:ea typeface="Calibri"/>
              <a:cs typeface="Calibri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D5876D8-4D7E-E468-EEA1-F9F4070DC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701" y="2482851"/>
            <a:ext cx="6587671" cy="36793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685E-3BA8-5751-B7E9-C380BFB2D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EDA </a:t>
            </a:r>
            <a:br>
              <a:rPr lang="en-US" dirty="0"/>
            </a:br>
            <a:r>
              <a:rPr lang="en-US" dirty="0"/>
              <a:t>Key Patterns &amp; </a:t>
            </a:r>
            <a:r>
              <a:rPr lang="en-US" dirty="0" err="1"/>
              <a:t>Inzicht</a:t>
            </a:r>
            <a:endParaRPr lang="nl-NL" dirty="0" err="1"/>
          </a:p>
        </p:txBody>
      </p:sp>
      <p:pic>
        <p:nvPicPr>
          <p:cNvPr id="4" name="Afbeelding 3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50867963-6D66-FAEB-932E-0B1D20734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735" y="95476"/>
            <a:ext cx="828676" cy="988334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616CF06-53AD-6138-DF8A-669E67B0D25C}"/>
              </a:ext>
            </a:extLst>
          </p:cNvPr>
          <p:cNvSpPr txBox="1"/>
          <p:nvPr/>
        </p:nvSpPr>
        <p:spPr>
          <a:xfrm>
            <a:off x="2379527" y="2933508"/>
            <a:ext cx="829453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/>
              <a:t>Doel: </a:t>
            </a:r>
            <a:r>
              <a:rPr lang="en-US" dirty="0" err="1"/>
              <a:t>Binaire</a:t>
            </a:r>
            <a:r>
              <a:rPr lang="en-US" dirty="0"/>
              <a:t> </a:t>
            </a:r>
            <a:r>
              <a:rPr lang="en-US" dirty="0" err="1"/>
              <a:t>classificatie</a:t>
            </a:r>
            <a:r>
              <a:rPr lang="en-US" dirty="0"/>
              <a:t> – </a:t>
            </a:r>
            <a:r>
              <a:rPr lang="en-US" dirty="0" err="1"/>
              <a:t>Eetbaar</a:t>
            </a:r>
            <a:r>
              <a:rPr lang="en-US" dirty="0"/>
              <a:t> (62%) versus </a:t>
            </a:r>
            <a:r>
              <a:rPr lang="en-US" dirty="0" err="1"/>
              <a:t>Giftig</a:t>
            </a:r>
            <a:r>
              <a:rPr lang="en-US" dirty="0"/>
              <a:t> (38%).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/>
              <a:t>Dataset: </a:t>
            </a:r>
            <a:r>
              <a:rPr lang="en-US" dirty="0"/>
              <a:t>5.000 </a:t>
            </a:r>
            <a:r>
              <a:rPr lang="en-US" dirty="0" err="1"/>
              <a:t>rijen</a:t>
            </a:r>
            <a:r>
              <a:rPr lang="en-US" dirty="0"/>
              <a:t> met 13 </a:t>
            </a:r>
            <a:r>
              <a:rPr lang="en-US" dirty="0" err="1"/>
              <a:t>kolommen</a:t>
            </a:r>
            <a:r>
              <a:rPr lang="en-US" dirty="0"/>
              <a:t> (</a:t>
            </a:r>
            <a:r>
              <a:rPr lang="en-US" dirty="0" err="1"/>
              <a:t>aangepaste</a:t>
            </a:r>
            <a:r>
              <a:rPr lang="en-US" dirty="0"/>
              <a:t>, </a:t>
            </a:r>
            <a:r>
              <a:rPr lang="en-US" dirty="0" err="1"/>
              <a:t>lawaaierige</a:t>
            </a:r>
            <a:r>
              <a:rPr lang="en-US" dirty="0"/>
              <a:t> dataset).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 err="1"/>
              <a:t>Eerste</a:t>
            </a:r>
            <a:r>
              <a:rPr lang="en-US" b="1" dirty="0"/>
              <a:t> </a:t>
            </a:r>
            <a:r>
              <a:rPr lang="en-US" b="1" dirty="0" err="1"/>
              <a:t>ontdekking</a:t>
            </a:r>
            <a:r>
              <a:rPr lang="en-US" b="1" dirty="0"/>
              <a:t>: </a:t>
            </a:r>
            <a:r>
              <a:rPr lang="en-US" dirty="0" err="1"/>
              <a:t>Fysieke</a:t>
            </a:r>
            <a:r>
              <a:rPr lang="en-US" dirty="0"/>
              <a:t> </a:t>
            </a:r>
            <a:r>
              <a:rPr lang="en-US" dirty="0" err="1"/>
              <a:t>maten</a:t>
            </a:r>
            <a:r>
              <a:rPr lang="en-US" dirty="0"/>
              <a:t> (</a:t>
            </a:r>
            <a:r>
              <a:rPr lang="en-US" dirty="0" err="1"/>
              <a:t>stam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hoed) </a:t>
            </a:r>
            <a:r>
              <a:rPr lang="en-US" dirty="0" err="1"/>
              <a:t>overlappen</a:t>
            </a:r>
            <a:r>
              <a:rPr lang="en-US" dirty="0"/>
              <a:t> </a:t>
            </a:r>
            <a:r>
              <a:rPr lang="en-US" dirty="0" err="1"/>
              <a:t>zwaar</a:t>
            </a:r>
            <a:r>
              <a:rPr lang="en-US" dirty="0"/>
              <a:t>. Geen </a:t>
            </a:r>
            <a:r>
              <a:rPr lang="en-US" dirty="0" err="1"/>
              <a:t>enkele</a:t>
            </a:r>
            <a:r>
              <a:rPr lang="en-US" dirty="0"/>
              <a:t> </a:t>
            </a:r>
            <a:r>
              <a:rPr lang="en-US" dirty="0" err="1"/>
              <a:t>losse</a:t>
            </a:r>
            <a:r>
              <a:rPr lang="en-US" dirty="0"/>
              <a:t> meting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giftig</a:t>
            </a:r>
            <a:r>
              <a:rPr lang="en-US" dirty="0"/>
              <a:t> van </a:t>
            </a:r>
            <a:r>
              <a:rPr lang="en-US" dirty="0" err="1"/>
              <a:t>eetbaar</a:t>
            </a:r>
            <a:r>
              <a:rPr lang="en-US" dirty="0"/>
              <a:t> </a:t>
            </a:r>
            <a:r>
              <a:rPr lang="en-US" dirty="0" err="1"/>
              <a:t>scheiden</a:t>
            </a:r>
            <a:r>
              <a:rPr lang="en-US" dirty="0"/>
              <a:t>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54473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65FE-5E0C-9D92-3A02-393F976BF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80610DB-7C6B-790E-92AA-56659F406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EDA </a:t>
            </a:r>
            <a:br>
              <a:rPr lang="en-US" dirty="0"/>
            </a:br>
            <a:r>
              <a:rPr lang="en-US" dirty="0" err="1"/>
              <a:t>Datakwaliteit</a:t>
            </a:r>
            <a:r>
              <a:rPr lang="en-US" dirty="0"/>
              <a:t> &amp; Anomalies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12" name="Afbeelding 11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808B04CF-459E-309D-D09A-7A7259F7D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735" y="95476"/>
            <a:ext cx="828676" cy="988334"/>
          </a:xfrm>
          <a:prstGeom prst="rect">
            <a:avLst/>
          </a:prstGeom>
        </p:spPr>
      </p:pic>
      <p:sp>
        <p:nvSpPr>
          <p:cNvPr id="3" name="Tekstvak 4">
            <a:extLst>
              <a:ext uri="{FF2B5EF4-FFF2-40B4-BE49-F238E27FC236}">
                <a16:creationId xmlns:a16="http://schemas.microsoft.com/office/drawing/2014/main" id="{8A1C5F97-41A8-9223-B82E-5FDBFC0390B4}"/>
              </a:ext>
            </a:extLst>
          </p:cNvPr>
          <p:cNvSpPr txBox="1"/>
          <p:nvPr/>
        </p:nvSpPr>
        <p:spPr>
          <a:xfrm>
            <a:off x="1812023" y="2933508"/>
            <a:ext cx="886203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/>
              <a:t>spore-print-color: </a:t>
            </a:r>
            <a:r>
              <a:rPr lang="en-US" dirty="0"/>
              <a:t>94.8% missing values → </a:t>
            </a:r>
            <a:r>
              <a:rPr lang="en-US" dirty="0" err="1"/>
              <a:t>verwijderd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/>
              <a:t>jumbled_noise_0 </a:t>
            </a:r>
            <a:r>
              <a:rPr lang="en-US" b="1" dirty="0" err="1"/>
              <a:t>en</a:t>
            </a:r>
            <a:r>
              <a:rPr lang="en-US" b="1" dirty="0"/>
              <a:t> _1: </a:t>
            </a:r>
            <a:r>
              <a:rPr lang="en-US" dirty="0"/>
              <a:t>Twee </a:t>
            </a:r>
            <a:r>
              <a:rPr lang="en-US" dirty="0" err="1"/>
              <a:t>kolommen</a:t>
            </a:r>
            <a:r>
              <a:rPr lang="en-US" dirty="0"/>
              <a:t> met pure </a:t>
            </a:r>
            <a:r>
              <a:rPr lang="en-US" dirty="0" err="1"/>
              <a:t>ruis</a:t>
            </a:r>
            <a:r>
              <a:rPr lang="en-US" dirty="0"/>
              <a:t> (</a:t>
            </a:r>
            <a:r>
              <a:rPr lang="en-US" dirty="0" err="1"/>
              <a:t>slechts</a:t>
            </a:r>
            <a:r>
              <a:rPr lang="en-US" dirty="0"/>
              <a:t> 25% overlap) → </a:t>
            </a:r>
            <a:r>
              <a:rPr lang="en-US" dirty="0" err="1"/>
              <a:t>verwijderd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 err="1"/>
              <a:t>Uitschieters</a:t>
            </a:r>
            <a:r>
              <a:rPr lang="en-US" b="1" dirty="0"/>
              <a:t> in de data: </a:t>
            </a:r>
            <a:r>
              <a:rPr lang="en-US" dirty="0" err="1"/>
              <a:t>stammen</a:t>
            </a:r>
            <a:r>
              <a:rPr lang="en-US" dirty="0"/>
              <a:t> tot 102 cm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hoeden</a:t>
            </a:r>
            <a:r>
              <a:rPr lang="en-US" dirty="0"/>
              <a:t> tot 57 cm </a:t>
            </a:r>
            <a:r>
              <a:rPr lang="en-US" dirty="0" err="1"/>
              <a:t>ontdekt</a:t>
            </a:r>
            <a:r>
              <a:rPr lang="en-US" dirty="0"/>
              <a:t>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52573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0BED-7402-5190-FCC8-FC652822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E33D291-2E68-CE91-E41D-C0EB42D6B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EDA </a:t>
            </a:r>
            <a:br>
              <a:rPr lang="en-US" dirty="0"/>
            </a:br>
            <a:r>
              <a:rPr lang="en-US" dirty="0" err="1"/>
              <a:t>Verwacht</a:t>
            </a:r>
            <a:r>
              <a:rPr lang="en-US" dirty="0"/>
              <a:t> vs </a:t>
            </a:r>
            <a:r>
              <a:rPr lang="en-US" dirty="0" err="1"/>
              <a:t>Onverwacht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12" name="Afbeelding 11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518FD293-377D-CDBE-4DA9-1AEEC52E7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735" y="95476"/>
            <a:ext cx="828676" cy="988334"/>
          </a:xfrm>
          <a:prstGeom prst="rect">
            <a:avLst/>
          </a:prstGeom>
        </p:spPr>
      </p:pic>
      <p:sp>
        <p:nvSpPr>
          <p:cNvPr id="4" name="Tekstvak 4">
            <a:extLst>
              <a:ext uri="{FF2B5EF4-FFF2-40B4-BE49-F238E27FC236}">
                <a16:creationId xmlns:a16="http://schemas.microsoft.com/office/drawing/2014/main" id="{3DE4FF9D-E5B2-FA12-56C0-CBF1EE847474}"/>
              </a:ext>
            </a:extLst>
          </p:cNvPr>
          <p:cNvSpPr txBox="1"/>
          <p:nvPr/>
        </p:nvSpPr>
        <p:spPr>
          <a:xfrm>
            <a:off x="687897" y="2933508"/>
            <a:ext cx="1100635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 err="1"/>
              <a:t>Verwacht</a:t>
            </a:r>
            <a:r>
              <a:rPr lang="en-US" b="1" dirty="0"/>
              <a:t>: </a:t>
            </a:r>
          </a:p>
          <a:p>
            <a:pPr lvl="0"/>
            <a:r>
              <a:rPr lang="en-US" dirty="0" err="1"/>
              <a:t>Beslisbomen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Random Forests </a:t>
            </a:r>
            <a:r>
              <a:rPr lang="en-US" dirty="0" err="1"/>
              <a:t>werken</a:t>
            </a:r>
            <a:r>
              <a:rPr lang="en-US" dirty="0"/>
              <a:t> </a:t>
            </a:r>
            <a:r>
              <a:rPr lang="en-US" dirty="0" err="1"/>
              <a:t>veel</a:t>
            </a:r>
            <a:r>
              <a:rPr lang="en-US" dirty="0"/>
              <a:t> </a:t>
            </a:r>
            <a:r>
              <a:rPr lang="en-US" dirty="0" err="1"/>
              <a:t>beter</a:t>
            </a:r>
            <a:r>
              <a:rPr lang="en-US" dirty="0"/>
              <a:t> dan </a:t>
            </a:r>
            <a:r>
              <a:rPr lang="en-US" dirty="0" err="1"/>
              <a:t>simpele</a:t>
            </a:r>
            <a:r>
              <a:rPr lang="en-US" dirty="0"/>
              <a:t> </a:t>
            </a:r>
            <a:r>
              <a:rPr lang="en-US" dirty="0" err="1"/>
              <a:t>modellen</a:t>
            </a:r>
            <a:r>
              <a:rPr lang="en-US" dirty="0"/>
              <a:t> </a:t>
            </a:r>
            <a:r>
              <a:rPr lang="en-US" dirty="0" err="1"/>
              <a:t>zoals</a:t>
            </a:r>
            <a:r>
              <a:rPr lang="en-US" dirty="0"/>
              <a:t> Logistic Regression.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 err="1"/>
              <a:t>Onverwacht</a:t>
            </a:r>
            <a:r>
              <a:rPr lang="en-US" b="1" dirty="0"/>
              <a:t>: </a:t>
            </a:r>
          </a:p>
          <a:p>
            <a:pPr lvl="0"/>
            <a:r>
              <a:rPr lang="en-US" dirty="0" err="1"/>
              <a:t>Ontbrekende</a:t>
            </a:r>
            <a:r>
              <a:rPr lang="en-US" dirty="0"/>
              <a:t> data </a:t>
            </a:r>
            <a:r>
              <a:rPr lang="en-US" dirty="0" err="1"/>
              <a:t>bleek</a:t>
            </a:r>
            <a:r>
              <a:rPr lang="en-US" dirty="0"/>
              <a:t> </a:t>
            </a:r>
            <a:r>
              <a:rPr lang="en-US" dirty="0" err="1"/>
              <a:t>zélf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signaal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(</a:t>
            </a:r>
            <a:r>
              <a:rPr lang="en-US" dirty="0" err="1"/>
              <a:t>giftige</a:t>
            </a:r>
            <a:r>
              <a:rPr lang="en-US" dirty="0"/>
              <a:t> </a:t>
            </a:r>
            <a:r>
              <a:rPr lang="en-US" dirty="0" err="1"/>
              <a:t>paddenstoelen</a:t>
            </a:r>
            <a:r>
              <a:rPr lang="en-US" dirty="0"/>
              <a:t> </a:t>
            </a:r>
            <a:r>
              <a:rPr lang="en-US" dirty="0" err="1"/>
              <a:t>misten</a:t>
            </a:r>
            <a:r>
              <a:rPr lang="en-US" dirty="0"/>
              <a:t> </a:t>
            </a:r>
            <a:r>
              <a:rPr lang="en-US" dirty="0" err="1"/>
              <a:t>vaker</a:t>
            </a:r>
            <a:r>
              <a:rPr lang="en-US" dirty="0"/>
              <a:t> </a:t>
            </a:r>
            <a:r>
              <a:rPr lang="en-US" dirty="0" err="1"/>
              <a:t>specifieke</a:t>
            </a:r>
            <a:r>
              <a:rPr lang="en-US" dirty="0"/>
              <a:t> </a:t>
            </a:r>
            <a:r>
              <a:rPr lang="en-US" dirty="0" err="1"/>
              <a:t>eigenschappen</a:t>
            </a:r>
            <a:r>
              <a:rPr lang="en-US" dirty="0"/>
              <a:t>).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889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D0D7-915E-EA4C-6859-8F2180B71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1D31D2C-692E-6CE6-0FA2-23EDD9EA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/>
          </a:bodyPr>
          <a:lstStyle/>
          <a:p>
            <a:r>
              <a:rPr lang="en-US" dirty="0"/>
              <a:t>Scrubbing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8" name="Afbeelding 7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6E3E22A8-15D6-B185-13C1-B3F7D8973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481" y="281743"/>
            <a:ext cx="828676" cy="988334"/>
          </a:xfrm>
          <a:prstGeom prst="rect">
            <a:avLst/>
          </a:prstGeom>
        </p:spPr>
      </p:pic>
      <p:sp>
        <p:nvSpPr>
          <p:cNvPr id="4" name="Tekstvak 4">
            <a:extLst>
              <a:ext uri="{FF2B5EF4-FFF2-40B4-BE49-F238E27FC236}">
                <a16:creationId xmlns:a16="http://schemas.microsoft.com/office/drawing/2014/main" id="{E80E9605-1921-5D8D-88F2-809E3294AF68}"/>
              </a:ext>
            </a:extLst>
          </p:cNvPr>
          <p:cNvSpPr txBox="1"/>
          <p:nvPr/>
        </p:nvSpPr>
        <p:spPr>
          <a:xfrm>
            <a:off x="1023615" y="2933508"/>
            <a:ext cx="1100635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/>
              <a:t>Ruis </a:t>
            </a:r>
            <a:r>
              <a:rPr lang="en-US" b="1" dirty="0" err="1"/>
              <a:t>verwijderd</a:t>
            </a:r>
            <a:r>
              <a:rPr lang="en-US" b="1" dirty="0"/>
              <a:t>:</a:t>
            </a:r>
            <a:r>
              <a:rPr lang="en-US" dirty="0"/>
              <a:t> spore-print-color (95% </a:t>
            </a:r>
            <a:r>
              <a:rPr lang="en-US" dirty="0" err="1"/>
              <a:t>NaN</a:t>
            </a:r>
            <a:r>
              <a:rPr lang="en-US" dirty="0"/>
              <a:t>)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jumbled_noise</a:t>
            </a:r>
            <a:r>
              <a:rPr lang="en-US" dirty="0"/>
              <a:t> (redundant) </a:t>
            </a:r>
            <a:r>
              <a:rPr lang="en-US" dirty="0" err="1"/>
              <a:t>volledig</a:t>
            </a:r>
            <a:r>
              <a:rPr lang="en-US" dirty="0"/>
              <a:t> </a:t>
            </a:r>
            <a:r>
              <a:rPr lang="en-US" dirty="0" err="1"/>
              <a:t>gedropt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 err="1"/>
              <a:t>Numerieke</a:t>
            </a:r>
            <a:r>
              <a:rPr lang="en-US" b="1" dirty="0"/>
              <a:t> </a:t>
            </a:r>
            <a:r>
              <a:rPr lang="en-US" b="1" dirty="0" err="1"/>
              <a:t>Imputatie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Ontbrekende</a:t>
            </a:r>
            <a:r>
              <a:rPr lang="en-US" dirty="0"/>
              <a:t> </a:t>
            </a:r>
            <a:r>
              <a:rPr lang="en-US" dirty="0" err="1"/>
              <a:t>afmetingen</a:t>
            </a:r>
            <a:r>
              <a:rPr lang="en-US" dirty="0"/>
              <a:t> (</a:t>
            </a:r>
            <a:r>
              <a:rPr lang="en-US" dirty="0" err="1"/>
              <a:t>zoals</a:t>
            </a:r>
            <a:r>
              <a:rPr lang="en-US" dirty="0"/>
              <a:t> </a:t>
            </a:r>
            <a:r>
              <a:rPr lang="en-US" dirty="0" err="1"/>
              <a:t>hoeddiameter</a:t>
            </a:r>
            <a:r>
              <a:rPr lang="en-US" dirty="0"/>
              <a:t>) </a:t>
            </a:r>
            <a:r>
              <a:rPr lang="en-US" dirty="0" err="1"/>
              <a:t>opgevuld</a:t>
            </a:r>
            <a:r>
              <a:rPr lang="en-US" dirty="0"/>
              <a:t> met de </a:t>
            </a:r>
            <a:r>
              <a:rPr lang="en-US" u="sng" dirty="0" err="1"/>
              <a:t>mediaan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 err="1"/>
              <a:t>Categorische</a:t>
            </a:r>
            <a:r>
              <a:rPr lang="en-US" b="1" dirty="0"/>
              <a:t> </a:t>
            </a:r>
            <a:r>
              <a:rPr lang="en-US" b="1" dirty="0" err="1"/>
              <a:t>Imputatie</a:t>
            </a:r>
            <a:r>
              <a:rPr lang="en-US" b="1" dirty="0"/>
              <a:t>:</a:t>
            </a:r>
            <a:r>
              <a:rPr lang="en-US" dirty="0"/>
              <a:t> Lege </a:t>
            </a:r>
            <a:r>
              <a:rPr lang="en-US" dirty="0" err="1"/>
              <a:t>waarden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gewist</a:t>
            </a:r>
            <a:r>
              <a:rPr lang="en-US" dirty="0"/>
              <a:t>, maar </a:t>
            </a:r>
            <a:r>
              <a:rPr lang="en-US" dirty="0" err="1"/>
              <a:t>gelabeld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expliciete</a:t>
            </a:r>
            <a:r>
              <a:rPr lang="en-US" dirty="0"/>
              <a:t> 'Missing' </a:t>
            </a:r>
            <a:r>
              <a:rPr lang="en-US" dirty="0" err="1"/>
              <a:t>categorie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931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98656D1-5165-5A8A-65FF-B26E6915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pic>
        <p:nvPicPr>
          <p:cNvPr id="7" name="Afbeelding 6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B2875EBC-19B5-28F1-8124-97F8ADB86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306" y="648833"/>
            <a:ext cx="828676" cy="9883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9">
                <a:extLst>
                  <a:ext uri="{FF2B5EF4-FFF2-40B4-BE49-F238E27FC236}">
                    <a16:creationId xmlns:a16="http://schemas.microsoft.com/office/drawing/2014/main" id="{B205CC2C-2AFC-634D-EB83-7A9F9B41A2B5}"/>
                  </a:ext>
                </a:extLst>
              </p:cNvPr>
              <p:cNvSpPr txBox="1"/>
              <p:nvPr/>
            </p:nvSpPr>
            <p:spPr>
              <a:xfrm>
                <a:off x="3665990" y="2326273"/>
                <a:ext cx="8348361" cy="342254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lvl="0"/>
                <a:r>
                  <a:rPr lang="en-US" b="1" u="sng" dirty="0">
                    <a:solidFill>
                      <a:schemeClr val="bg1"/>
                    </a:solidFill>
                  </a:rPr>
                  <a:t>Interaction Feature:</a:t>
                </a:r>
                <a:r>
                  <a:rPr lang="en-US" u="sng" dirty="0">
                    <a:solidFill>
                      <a:schemeClr val="bg1"/>
                    </a:solidFill>
                    <a:effectLst/>
                  </a:rPr>
                  <a:t> </a:t>
                </a:r>
                <a:br>
                  <a:rPr lang="en-US" dirty="0">
                    <a:solidFill>
                      <a:schemeClr val="bg1"/>
                    </a:solidFill>
                    <a:effectLst/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stem-volume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berekend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met de </a:t>
                </a:r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cilinderformule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0">
                                <a:solidFill>
                                  <a:schemeClr val="bg1"/>
                                </a:solidFill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solidFill>
                                  <a:schemeClr val="bg1"/>
                                </a:solidFill>
                              </a:rPr>
                              <m:t>breedte</m:t>
                            </m:r>
                            <m:r>
                              <a:rPr lang="en-US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e>
                      <m:sup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i="0">
                        <a:solidFill>
                          <a:schemeClr val="bg1"/>
                        </a:solidFill>
                      </a:rPr>
                      <m:t>hoogte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ffectLst/>
                  </a:rPr>
                  <a:t>).</a:t>
                </a:r>
              </a:p>
              <a:p>
                <a:pPr lvl="0"/>
                <a:endParaRPr lang="en-US" dirty="0">
                  <a:solidFill>
                    <a:schemeClr val="bg1"/>
                  </a:solidFill>
                </a:endParaRPr>
              </a:p>
              <a:p>
                <a:pPr lvl="0"/>
                <a:endParaRPr lang="en-US" dirty="0">
                  <a:solidFill>
                    <a:schemeClr val="bg1"/>
                  </a:solidFill>
                  <a:effectLst/>
                </a:endParaRPr>
              </a:p>
              <a:p>
                <a:pPr lvl="0"/>
                <a:r>
                  <a:rPr lang="en-US" b="1" u="sng" dirty="0">
                    <a:solidFill>
                      <a:schemeClr val="bg1"/>
                    </a:solidFill>
                    <a:effectLst/>
                  </a:rPr>
                  <a:t>Polynomial Feature:</a:t>
                </a:r>
                <a:r>
                  <a:rPr lang="en-US" u="sng" dirty="0">
                    <a:solidFill>
                      <a:schemeClr val="bg1"/>
                    </a:solidFill>
                    <a:effectLst/>
                  </a:rPr>
                  <a:t> </a:t>
                </a:r>
                <a:br>
                  <a:rPr lang="en-US" dirty="0">
                    <a:solidFill>
                      <a:schemeClr val="bg1"/>
                    </a:solidFill>
                    <a:effectLst/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cap-diameter-sq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(</a:t>
                </a:r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kwadraat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van de </a:t>
                </a:r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hoeddiameter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voor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niet-lineaire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groei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).</a:t>
                </a:r>
              </a:p>
              <a:p>
                <a:pPr lvl="0"/>
                <a:endParaRPr lang="en-US" dirty="0">
                  <a:solidFill>
                    <a:schemeClr val="bg1"/>
                  </a:solidFill>
                </a:endParaRPr>
              </a:p>
              <a:p>
                <a:pPr lvl="0"/>
                <a:endParaRPr lang="en-US" dirty="0">
                  <a:solidFill>
                    <a:schemeClr val="bg1"/>
                  </a:solidFill>
                  <a:effectLst/>
                </a:endParaRPr>
              </a:p>
              <a:p>
                <a:pPr lvl="0"/>
                <a:r>
                  <a:rPr lang="en-US" b="1" u="sng" dirty="0">
                    <a:solidFill>
                      <a:schemeClr val="bg1"/>
                    </a:solidFill>
                    <a:effectLst/>
                  </a:rPr>
                  <a:t>One-Hot Encoding:</a:t>
                </a:r>
                <a:r>
                  <a:rPr lang="en-US" u="sng" dirty="0">
                    <a:solidFill>
                      <a:schemeClr val="bg1"/>
                    </a:solidFill>
                    <a:effectLst/>
                  </a:rPr>
                  <a:t> </a:t>
                </a:r>
                <a:br>
                  <a:rPr lang="en-US" dirty="0">
                    <a:solidFill>
                      <a:schemeClr val="bg1"/>
                    </a:solidFill>
                    <a:effectLst/>
                  </a:rPr>
                </a:br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Categorische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variabelen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omgezet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met </a:t>
                </a:r>
                <a:r>
                  <a:rPr lang="en-US" dirty="0" err="1">
                    <a:solidFill>
                      <a:schemeClr val="bg1"/>
                    </a:solidFill>
                  </a:rPr>
                  <a:t>dummy_na</a:t>
                </a:r>
                <a:r>
                  <a:rPr lang="en-US" dirty="0">
                    <a:solidFill>
                      <a:schemeClr val="bg1"/>
                    </a:solidFill>
                  </a:rPr>
                  <a:t>=True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naar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59 </a:t>
                </a:r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binaire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features.</a:t>
                </a:r>
              </a:p>
              <a:p>
                <a:pPr lvl="0"/>
                <a:endParaRPr lang="en-US" dirty="0">
                  <a:solidFill>
                    <a:schemeClr val="bg1"/>
                  </a:solidFill>
                </a:endParaRPr>
              </a:p>
              <a:p>
                <a:pPr lvl="0"/>
                <a:endParaRPr lang="en-US" dirty="0">
                  <a:solidFill>
                    <a:schemeClr val="bg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Tekstvak 9">
                <a:extLst>
                  <a:ext uri="{FF2B5EF4-FFF2-40B4-BE49-F238E27FC236}">
                    <a16:creationId xmlns:a16="http://schemas.microsoft.com/office/drawing/2014/main" id="{B205CC2C-2AFC-634D-EB83-7A9F9B41A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990" y="2326273"/>
                <a:ext cx="8348361" cy="3422540"/>
              </a:xfrm>
              <a:prstGeom prst="rect">
                <a:avLst/>
              </a:prstGeom>
              <a:blipFill>
                <a:blip r:embed="rId4"/>
                <a:stretch>
                  <a:fillRect l="-584" t="-1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552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837C5C6-D50B-D484-8B6B-633579422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br>
              <a:rPr lang="en-US" dirty="0"/>
            </a:br>
            <a:r>
              <a:rPr lang="en-US" dirty="0"/>
              <a:t>Model </a:t>
            </a:r>
            <a:r>
              <a:rPr lang="en-US" dirty="0" err="1"/>
              <a:t>Klaarmaken</a:t>
            </a:r>
            <a:endParaRPr lang="en-US" dirty="0" err="1">
              <a:ea typeface="Calibri"/>
              <a:cs typeface="Calibri"/>
            </a:endParaRPr>
          </a:p>
        </p:txBody>
      </p:sp>
      <p:pic>
        <p:nvPicPr>
          <p:cNvPr id="14" name="Afbeelding 13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23A2B032-1DF4-4BF5-0A55-F672A16A0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164" y="104547"/>
            <a:ext cx="828676" cy="988334"/>
          </a:xfrm>
          <a:prstGeom prst="rect">
            <a:avLst/>
          </a:prstGeom>
        </p:spPr>
      </p:pic>
      <p:sp>
        <p:nvSpPr>
          <p:cNvPr id="6" name="Tekstvak 4">
            <a:extLst>
              <a:ext uri="{FF2B5EF4-FFF2-40B4-BE49-F238E27FC236}">
                <a16:creationId xmlns:a16="http://schemas.microsoft.com/office/drawing/2014/main" id="{879F1EB1-5DF0-1088-5249-3BBA0E41B042}"/>
              </a:ext>
            </a:extLst>
          </p:cNvPr>
          <p:cNvSpPr txBox="1"/>
          <p:nvPr/>
        </p:nvSpPr>
        <p:spPr>
          <a:xfrm>
            <a:off x="1493241" y="3059343"/>
            <a:ext cx="966738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 err="1"/>
              <a:t>Strikte</a:t>
            </a:r>
            <a:r>
              <a:rPr lang="en-US" b="1" dirty="0"/>
              <a:t> </a:t>
            </a:r>
            <a:r>
              <a:rPr lang="en-US" b="1" dirty="0" err="1"/>
              <a:t>opsplitsing</a:t>
            </a:r>
            <a:r>
              <a:rPr lang="en-US" b="1" dirty="0"/>
              <a:t>: </a:t>
            </a:r>
            <a:r>
              <a:rPr lang="en-US" dirty="0"/>
              <a:t>70% Train, 20% </a:t>
            </a:r>
            <a:r>
              <a:rPr lang="en-US" dirty="0" err="1"/>
              <a:t>Validatie</a:t>
            </a:r>
            <a:r>
              <a:rPr lang="en-US" dirty="0"/>
              <a:t>, 10% Test (</a:t>
            </a:r>
            <a:r>
              <a:rPr lang="en-US" dirty="0" err="1"/>
              <a:t>volledig</a:t>
            </a:r>
            <a:r>
              <a:rPr lang="en-US" dirty="0"/>
              <a:t> </a:t>
            </a:r>
            <a:r>
              <a:rPr lang="en-US" dirty="0" err="1"/>
              <a:t>onaangeraakt</a:t>
            </a:r>
            <a:r>
              <a:rPr lang="en-US" dirty="0"/>
              <a:t>).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/>
              <a:t>Stratified split: </a:t>
            </a:r>
            <a:r>
              <a:rPr lang="en-US" dirty="0"/>
              <a:t>De </a:t>
            </a:r>
            <a:r>
              <a:rPr lang="en-US" dirty="0" err="1"/>
              <a:t>verhouding</a:t>
            </a:r>
            <a:r>
              <a:rPr lang="en-US" dirty="0"/>
              <a:t> </a:t>
            </a:r>
            <a:r>
              <a:rPr lang="en-US" dirty="0" err="1"/>
              <a:t>eetbaar</a:t>
            </a:r>
            <a:r>
              <a:rPr lang="en-US" dirty="0"/>
              <a:t>/</a:t>
            </a:r>
            <a:r>
              <a:rPr lang="en-US" dirty="0" err="1"/>
              <a:t>giftig</a:t>
            </a:r>
            <a:r>
              <a:rPr lang="en-US" dirty="0"/>
              <a:t> </a:t>
            </a:r>
            <a:r>
              <a:rPr lang="en-US" dirty="0" err="1"/>
              <a:t>blijft</a:t>
            </a:r>
            <a:r>
              <a:rPr lang="en-US" dirty="0"/>
              <a:t> </a:t>
            </a:r>
            <a:r>
              <a:rPr lang="en-US" dirty="0" err="1"/>
              <a:t>overal</a:t>
            </a:r>
            <a:r>
              <a:rPr lang="en-US" dirty="0"/>
              <a:t> </a:t>
            </a:r>
            <a:r>
              <a:rPr lang="en-US" dirty="0" err="1"/>
              <a:t>gelijk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/>
              <a:t>Geen data-leakage: </a:t>
            </a:r>
            <a:r>
              <a:rPr lang="en-US" dirty="0"/>
              <a:t>Alle imputers </a:t>
            </a:r>
            <a:r>
              <a:rPr lang="en-US" dirty="0" err="1"/>
              <a:t>en</a:t>
            </a:r>
            <a:r>
              <a:rPr lang="en-US" dirty="0"/>
              <a:t> encoders </a:t>
            </a:r>
            <a:r>
              <a:rPr lang="en-US" dirty="0" err="1"/>
              <a:t>zitten</a:t>
            </a:r>
            <a:r>
              <a:rPr lang="en-US" dirty="0"/>
              <a:t> </a:t>
            </a:r>
            <a:r>
              <a:rPr lang="en-US" dirty="0" err="1"/>
              <a:t>verpakt</a:t>
            </a:r>
            <a:r>
              <a:rPr lang="en-US" dirty="0"/>
              <a:t> in Scikit-Learn Pipelines </a:t>
            </a:r>
            <a:r>
              <a:rPr lang="en-US" dirty="0" err="1"/>
              <a:t>binnen</a:t>
            </a:r>
            <a:r>
              <a:rPr lang="en-US" dirty="0"/>
              <a:t> de folds.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9747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35C75B-D919-C7A6-154F-FE5F9D8A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br>
              <a:rPr lang="en-US" dirty="0"/>
            </a:br>
            <a:r>
              <a:rPr lang="en-US" dirty="0"/>
              <a:t>Model </a:t>
            </a:r>
            <a:r>
              <a:rPr lang="en-US" dirty="0" err="1"/>
              <a:t>Vergelijking</a:t>
            </a:r>
            <a:endParaRPr lang="en-US" dirty="0" err="1">
              <a:ea typeface="Calibri"/>
              <a:cs typeface="Calibri"/>
            </a:endParaRPr>
          </a:p>
        </p:txBody>
      </p:sp>
      <p:pic>
        <p:nvPicPr>
          <p:cNvPr id="9" name="Afbeelding 8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A70F2CE0-3E24-F929-D1F9-391AD98F5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164" y="104547"/>
            <a:ext cx="828676" cy="988334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3E20D76B-B608-7043-8A3A-54B9849F6B10}"/>
              </a:ext>
            </a:extLst>
          </p:cNvPr>
          <p:cNvSpPr txBox="1"/>
          <p:nvPr/>
        </p:nvSpPr>
        <p:spPr>
          <a:xfrm>
            <a:off x="956346" y="3110219"/>
            <a:ext cx="504178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 err="1"/>
              <a:t>PyCaret</a:t>
            </a:r>
            <a:r>
              <a:rPr lang="en-US" b="1" dirty="0"/>
              <a:t> AutoML: </a:t>
            </a:r>
            <a:r>
              <a:rPr lang="en-US" dirty="0"/>
              <a:t>14 </a:t>
            </a:r>
            <a:r>
              <a:rPr lang="en-US" dirty="0" err="1"/>
              <a:t>algoritmes</a:t>
            </a:r>
            <a:r>
              <a:rPr lang="en-US" dirty="0"/>
              <a:t> </a:t>
            </a:r>
            <a:r>
              <a:rPr lang="en-US" dirty="0" err="1"/>
              <a:t>vergeleken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Random Forest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XGBoost</a:t>
            </a:r>
            <a:r>
              <a:rPr lang="en-US" dirty="0"/>
              <a:t> </a:t>
            </a:r>
            <a:r>
              <a:rPr lang="en-US" dirty="0" err="1"/>
              <a:t>kwamen</a:t>
            </a:r>
            <a:r>
              <a:rPr lang="en-US" dirty="0"/>
              <a:t> direct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beste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voren</a:t>
            </a:r>
            <a:r>
              <a:rPr lang="en-US" dirty="0"/>
              <a:t> (78% accuracy).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 err="1"/>
              <a:t>Handmatige</a:t>
            </a:r>
            <a:r>
              <a:rPr lang="en-US" b="1" dirty="0"/>
              <a:t> Tuning: </a:t>
            </a:r>
            <a:r>
              <a:rPr lang="en-US" dirty="0" err="1"/>
              <a:t>RandomizedSearchCV</a:t>
            </a:r>
            <a:r>
              <a:rPr lang="en-US" dirty="0"/>
              <a:t> met 3-fold cross-validation op 4 </a:t>
            </a:r>
            <a:r>
              <a:rPr lang="en-US" dirty="0" err="1"/>
              <a:t>modellen</a:t>
            </a:r>
            <a:r>
              <a:rPr lang="en-US" dirty="0"/>
              <a:t>:</a:t>
            </a:r>
            <a:endParaRPr lang="en-US" dirty="0"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843FB6-0161-075A-D0D7-F8AC72CAA4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874" y="2519177"/>
            <a:ext cx="5769526" cy="321340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0030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BE6D-435B-A180-2977-4C70882B6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558D0E-A2DD-7D4D-3954-6A40B4C51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br>
              <a:rPr lang="en-US" dirty="0"/>
            </a:br>
            <a:r>
              <a:rPr lang="en-US" dirty="0"/>
              <a:t>Model </a:t>
            </a:r>
            <a:r>
              <a:rPr lang="en-US" dirty="0" err="1"/>
              <a:t>Keuze</a:t>
            </a:r>
            <a:endParaRPr lang="en-US" dirty="0" err="1">
              <a:ea typeface="Calibri"/>
              <a:cs typeface="Calibri"/>
            </a:endParaRPr>
          </a:p>
        </p:txBody>
      </p:sp>
      <p:pic>
        <p:nvPicPr>
          <p:cNvPr id="9" name="Afbeelding 8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EB346EB4-8900-461D-4D62-0B70EA2ED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164" y="104547"/>
            <a:ext cx="828676" cy="988334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B35E7BE6-6AF7-C697-45DB-B32EEC93DF98}"/>
              </a:ext>
            </a:extLst>
          </p:cNvPr>
          <p:cNvSpPr txBox="1"/>
          <p:nvPr/>
        </p:nvSpPr>
        <p:spPr>
          <a:xfrm>
            <a:off x="2256956" y="2530836"/>
            <a:ext cx="896783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Waarom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één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model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kiezen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als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we ze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kunnen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combineren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 err="1"/>
              <a:t>StackingClassifier</a:t>
            </a:r>
            <a:r>
              <a:rPr lang="en-US" b="1" dirty="0"/>
              <a:t> </a:t>
            </a:r>
            <a:r>
              <a:rPr lang="en-US" b="1" dirty="0" err="1"/>
              <a:t>gebouwd</a:t>
            </a:r>
            <a:r>
              <a:rPr lang="en-US" b="1" dirty="0"/>
              <a:t>: </a:t>
            </a:r>
            <a:r>
              <a:rPr lang="en-US" dirty="0"/>
              <a:t>Decision Tree + Random Forest + Gradient Boosting + </a:t>
            </a:r>
            <a:r>
              <a:rPr lang="en-US" dirty="0" err="1"/>
              <a:t>XGBoost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/>
              <a:t>Meta-model: </a:t>
            </a:r>
            <a:r>
              <a:rPr lang="en-US" dirty="0"/>
              <a:t>Logistic Regression die </a:t>
            </a:r>
            <a:r>
              <a:rPr lang="en-US" dirty="0" err="1"/>
              <a:t>leert</a:t>
            </a:r>
            <a:r>
              <a:rPr lang="en-US" dirty="0"/>
              <a:t>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wanneer</a:t>
            </a:r>
            <a:r>
              <a:rPr lang="en-US" dirty="0"/>
              <a:t> </a:t>
            </a:r>
            <a:r>
              <a:rPr lang="en-US" dirty="0" err="1"/>
              <a:t>gelijk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C66EA1-2A0D-F453-FB2C-F7F52CAA28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80" b="24613"/>
          <a:stretch>
            <a:fillRect/>
          </a:stretch>
        </p:blipFill>
        <p:spPr>
          <a:xfrm>
            <a:off x="2488307" y="4948217"/>
            <a:ext cx="6309373" cy="11086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9036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C305-6D15-9074-C74B-959B11C31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724" y="456148"/>
            <a:ext cx="10994760" cy="1199787"/>
          </a:xfrm>
        </p:spPr>
        <p:txBody>
          <a:bodyPr>
            <a:normAutofit fontScale="90000"/>
          </a:bodyPr>
          <a:lstStyle/>
          <a:p>
            <a:r>
              <a:rPr lang="nl-BE" sz="4000" dirty="0" err="1"/>
              <a:t>Confusion</a:t>
            </a:r>
            <a:r>
              <a:rPr lang="nl-BE" sz="4000" dirty="0"/>
              <a:t> Matrix</a:t>
            </a:r>
            <a:br>
              <a:rPr lang="nl-BE" sz="4000" dirty="0"/>
            </a:br>
            <a:r>
              <a:rPr lang="nl-BE" sz="4000" dirty="0" err="1"/>
              <a:t>Threshold</a:t>
            </a:r>
            <a:r>
              <a:rPr lang="nl-BE" sz="4000" dirty="0"/>
              <a:t> Verfijnen</a:t>
            </a:r>
            <a:endParaRPr 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E3F44-9AB3-5862-23B1-B55B9AC304A5}"/>
              </a:ext>
            </a:extLst>
          </p:cNvPr>
          <p:cNvSpPr txBox="1"/>
          <p:nvPr/>
        </p:nvSpPr>
        <p:spPr>
          <a:xfrm>
            <a:off x="301393" y="3182478"/>
            <a:ext cx="646331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nl-BE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3200" dirty="0"/>
          </a:p>
          <a:p>
            <a:endParaRPr lang="en-US" dirty="0"/>
          </a:p>
        </p:txBody>
      </p:sp>
      <p:pic>
        <p:nvPicPr>
          <p:cNvPr id="5" name="Afbeelding 4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2CBF6AEC-6F2B-38F4-12CF-BF62E1651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164" y="77333"/>
            <a:ext cx="828676" cy="988334"/>
          </a:xfrm>
          <a:prstGeom prst="rect">
            <a:avLst/>
          </a:prstGeom>
        </p:spPr>
      </p:pic>
      <p:sp>
        <p:nvSpPr>
          <p:cNvPr id="12" name="Tekstvak 4">
            <a:extLst>
              <a:ext uri="{FF2B5EF4-FFF2-40B4-BE49-F238E27FC236}">
                <a16:creationId xmlns:a16="http://schemas.microsoft.com/office/drawing/2014/main" id="{4AA35333-2550-E3B9-F069-0D414E6D7226}"/>
              </a:ext>
            </a:extLst>
          </p:cNvPr>
          <p:cNvSpPr txBox="1"/>
          <p:nvPr/>
        </p:nvSpPr>
        <p:spPr>
          <a:xfrm>
            <a:off x="1121315" y="5201523"/>
            <a:ext cx="470594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 err="1"/>
              <a:t>Standaard</a:t>
            </a:r>
            <a:r>
              <a:rPr lang="en-US" b="1" dirty="0"/>
              <a:t> threshold </a:t>
            </a:r>
            <a:r>
              <a:rPr lang="en-US" b="1" dirty="0">
                <a:solidFill>
                  <a:srgbClr val="FF0000"/>
                </a:solidFill>
              </a:rPr>
              <a:t>(0.50)</a:t>
            </a:r>
            <a:br>
              <a:rPr lang="en-US" dirty="0"/>
            </a:br>
            <a:r>
              <a:rPr lang="en-US" dirty="0"/>
              <a:t>50 False Negatives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dodelijke</a:t>
            </a:r>
            <a:r>
              <a:rPr lang="en-US" dirty="0"/>
              <a:t> </a:t>
            </a:r>
            <a:r>
              <a:rPr lang="en-US" dirty="0" err="1"/>
              <a:t>paddenstoelen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eetbaar</a:t>
            </a:r>
            <a:r>
              <a:rPr lang="en-US" dirty="0"/>
              <a:t> </a:t>
            </a:r>
            <a:r>
              <a:rPr lang="en-US" dirty="0" err="1"/>
              <a:t>gezien</a:t>
            </a:r>
            <a:r>
              <a:rPr lang="en-US" dirty="0"/>
              <a:t>!)</a:t>
            </a:r>
          </a:p>
          <a:p>
            <a:pPr lvl="0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0D1C1E-009D-267B-3530-708A078F9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5" y="2318271"/>
            <a:ext cx="3440898" cy="27145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AF1F57-37BE-60F1-B832-094B856E04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972" y="2318271"/>
            <a:ext cx="3505049" cy="27461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C96A57A-4B1E-06A5-EC0C-328A4840166F}"/>
              </a:ext>
            </a:extLst>
          </p:cNvPr>
          <p:cNvSpPr txBox="1"/>
          <p:nvPr/>
        </p:nvSpPr>
        <p:spPr>
          <a:xfrm>
            <a:off x="7450973" y="5214855"/>
            <a:ext cx="61281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800" b="1" dirty="0" err="1"/>
              <a:t>Aangepaste</a:t>
            </a:r>
            <a:r>
              <a:rPr lang="en-US" sz="1800" b="1" dirty="0"/>
              <a:t> threshold</a:t>
            </a:r>
            <a:r>
              <a:rPr lang="en-US" sz="1800" b="1" dirty="0">
                <a:solidFill>
                  <a:srgbClr val="00B050"/>
                </a:solidFill>
              </a:rPr>
              <a:t> (0.194)</a:t>
            </a:r>
            <a:br>
              <a:rPr lang="en-US" sz="1800" dirty="0"/>
            </a:br>
            <a:r>
              <a:rPr lang="en-US" sz="1800" dirty="0"/>
              <a:t>False Negatives </a:t>
            </a:r>
            <a:r>
              <a:rPr lang="en-US" sz="1800" dirty="0" err="1"/>
              <a:t>dalen</a:t>
            </a:r>
            <a:r>
              <a:rPr lang="en-US" sz="1800" dirty="0"/>
              <a:t> van 50 </a:t>
            </a:r>
            <a:r>
              <a:rPr lang="en-US" sz="1800" dirty="0" err="1"/>
              <a:t>naar</a:t>
            </a:r>
            <a:r>
              <a:rPr lang="en-US" sz="1800" dirty="0"/>
              <a:t> </a:t>
            </a:r>
            <a:r>
              <a:rPr lang="en-US" sz="1800" dirty="0" err="1"/>
              <a:t>slechts</a:t>
            </a:r>
            <a:r>
              <a:rPr lang="en-US" sz="1800" dirty="0"/>
              <a:t> </a:t>
            </a:r>
            <a:r>
              <a:rPr lang="en-US" sz="1800" b="1" dirty="0"/>
              <a:t>10</a:t>
            </a:r>
            <a:r>
              <a:rPr lang="en-US" sz="1800" dirty="0"/>
              <a:t>!</a:t>
            </a:r>
          </a:p>
          <a:p>
            <a:pPr lvl="0"/>
            <a:r>
              <a:rPr lang="en-US" sz="1800" dirty="0"/>
              <a:t>Recall op </a:t>
            </a:r>
            <a:r>
              <a:rPr lang="en-US" sz="1800" dirty="0" err="1"/>
              <a:t>giftig</a:t>
            </a:r>
            <a:r>
              <a:rPr lang="en-US" sz="1800" dirty="0"/>
              <a:t> </a:t>
            </a:r>
            <a:r>
              <a:rPr lang="en-US" sz="1800" dirty="0" err="1"/>
              <a:t>stijgt</a:t>
            </a:r>
            <a:r>
              <a:rPr lang="en-US" sz="1800" dirty="0"/>
              <a:t> van 73.5% </a:t>
            </a:r>
            <a:r>
              <a:rPr lang="en-US" sz="1800" dirty="0" err="1"/>
              <a:t>naar</a:t>
            </a:r>
            <a:r>
              <a:rPr lang="en-US" sz="1800" dirty="0"/>
              <a:t> </a:t>
            </a:r>
            <a:r>
              <a:rPr lang="en-US" sz="1800" b="1" dirty="0"/>
              <a:t>94.7%</a:t>
            </a:r>
            <a:r>
              <a:rPr lang="en-US" sz="1800" dirty="0"/>
              <a:t>.</a:t>
            </a:r>
            <a:endParaRPr lang="en-US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29173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85FB-32E1-B61C-1960-18C54522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ROC Curve &amp; </a:t>
            </a:r>
            <a:r>
              <a:rPr lang="en-US" dirty="0" err="1"/>
              <a:t>Conclusie</a:t>
            </a:r>
            <a:endParaRPr lang="en-US" dirty="0"/>
          </a:p>
        </p:txBody>
      </p:sp>
      <p:pic>
        <p:nvPicPr>
          <p:cNvPr id="5" name="Afbeelding 4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0B725842-DD69-4679-57F7-59A4B2C48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979" y="478817"/>
            <a:ext cx="828676" cy="988334"/>
          </a:xfrm>
          <a:prstGeom prst="rect">
            <a:avLst/>
          </a:prstGeom>
        </p:spPr>
      </p:pic>
      <p:sp>
        <p:nvSpPr>
          <p:cNvPr id="8" name="Tekstvak 9">
            <a:extLst>
              <a:ext uri="{FF2B5EF4-FFF2-40B4-BE49-F238E27FC236}">
                <a16:creationId xmlns:a16="http://schemas.microsoft.com/office/drawing/2014/main" id="{3F43940C-D5FA-795A-C836-D9ECE43C7669}"/>
              </a:ext>
            </a:extLst>
          </p:cNvPr>
          <p:cNvSpPr txBox="1"/>
          <p:nvPr/>
        </p:nvSpPr>
        <p:spPr>
          <a:xfrm>
            <a:off x="7977931" y="2350539"/>
            <a:ext cx="410221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ROC-curve met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sterke</a:t>
            </a:r>
            <a:r>
              <a:rPr lang="en-US" dirty="0">
                <a:solidFill>
                  <a:schemeClr val="bg1"/>
                </a:solidFill>
              </a:rPr>
              <a:t> AUC van 0.827.</a:t>
            </a: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dirty="0" err="1">
                <a:solidFill>
                  <a:schemeClr val="bg1"/>
                </a:solidFill>
              </a:rPr>
              <a:t>Onze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veilige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drempel</a:t>
            </a:r>
            <a:r>
              <a:rPr lang="en-US" dirty="0">
                <a:solidFill>
                  <a:schemeClr val="bg1"/>
                </a:solidFill>
              </a:rPr>
              <a:t> (0.194) </a:t>
            </a:r>
            <a:r>
              <a:rPr lang="en-US" dirty="0" err="1">
                <a:solidFill>
                  <a:schemeClr val="bg1"/>
                </a:solidFill>
              </a:rPr>
              <a:t>gemarkeerd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b="1" u="sng" dirty="0" err="1">
                <a:solidFill>
                  <a:schemeClr val="bg1"/>
                </a:solidFill>
              </a:rPr>
              <a:t>Conclusie</a:t>
            </a:r>
            <a:r>
              <a:rPr lang="en-US" b="1" u="sng" dirty="0">
                <a:solidFill>
                  <a:schemeClr val="bg1"/>
                </a:solidFill>
              </a:rPr>
              <a:t>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Een model </a:t>
            </a:r>
            <a:r>
              <a:rPr lang="en-US" dirty="0" err="1">
                <a:solidFill>
                  <a:schemeClr val="bg1"/>
                </a:solidFill>
              </a:rPr>
              <a:t>moet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niet</a:t>
            </a:r>
            <a:r>
              <a:rPr lang="en-US" dirty="0">
                <a:solidFill>
                  <a:schemeClr val="bg1"/>
                </a:solidFill>
              </a:rPr>
              <a:t> blind </a:t>
            </a:r>
            <a:r>
              <a:rPr lang="en-US" dirty="0" err="1">
                <a:solidFill>
                  <a:schemeClr val="bg1"/>
                </a:solidFill>
              </a:rPr>
              <a:t>mikken</a:t>
            </a:r>
            <a:r>
              <a:rPr lang="en-US" dirty="0">
                <a:solidFill>
                  <a:schemeClr val="bg1"/>
                </a:solidFill>
              </a:rPr>
              <a:t> op de </a:t>
            </a:r>
            <a:r>
              <a:rPr lang="en-US" dirty="0" err="1">
                <a:solidFill>
                  <a:schemeClr val="bg1"/>
                </a:solidFill>
              </a:rPr>
              <a:t>hoogste</a:t>
            </a:r>
            <a:r>
              <a:rPr lang="en-US" dirty="0">
                <a:solidFill>
                  <a:schemeClr val="bg1"/>
                </a:solidFill>
              </a:rPr>
              <a:t> accuracy, maar op </a:t>
            </a:r>
            <a:r>
              <a:rPr lang="en-US" dirty="0" err="1">
                <a:solidFill>
                  <a:schemeClr val="bg1"/>
                </a:solidFill>
              </a:rPr>
              <a:t>veiligheid</a:t>
            </a:r>
            <a:r>
              <a:rPr lang="en-US" dirty="0">
                <a:solidFill>
                  <a:schemeClr val="bg1"/>
                </a:solidFill>
              </a:rPr>
              <a:t> in de </a:t>
            </a:r>
            <a:r>
              <a:rPr lang="en-US" dirty="0" err="1">
                <a:solidFill>
                  <a:schemeClr val="bg1"/>
                </a:solidFill>
              </a:rPr>
              <a:t>echte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wereld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41B38A-4A3A-1F93-E329-A3CFC6C70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529" y="2004046"/>
            <a:ext cx="5050919" cy="37145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9741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78A5B-DE22-E8DC-44D3-626E306B4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33E7D-6C58-84FB-1B53-7F77CCE83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35" y="555166"/>
            <a:ext cx="8561388" cy="1018033"/>
          </a:xfrm>
        </p:spPr>
        <p:txBody>
          <a:bodyPr anchor="ctr">
            <a:normAutofit/>
          </a:bodyPr>
          <a:lstStyle/>
          <a:p>
            <a:r>
              <a:rPr lang="en-US" dirty="0"/>
              <a:t>Cloud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E257E5-D040-5B02-67F9-EF29DEB19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562" y="2562344"/>
            <a:ext cx="2604945" cy="4458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nl-BE" sz="2800" dirty="0">
                <a:ea typeface="+mn-lt"/>
                <a:cs typeface="+mn-lt"/>
              </a:rPr>
              <a:t>AWS</a:t>
            </a:r>
            <a:br>
              <a:rPr lang="nl-BE" sz="2800" dirty="0">
                <a:ea typeface="+mn-lt"/>
                <a:cs typeface="+mn-lt"/>
              </a:rPr>
            </a:br>
            <a:r>
              <a:rPr lang="nl-BE" sz="2800" dirty="0">
                <a:ea typeface="+mn-lt"/>
                <a:cs typeface="+mn-lt"/>
              </a:rPr>
              <a:t> </a:t>
            </a:r>
          </a:p>
          <a:p>
            <a:pPr marL="0" indent="0" algn="ctr">
              <a:buNone/>
            </a:pPr>
            <a:endParaRPr lang="nl-BE" sz="2800" dirty="0">
              <a:ea typeface="+mn-lt"/>
              <a:cs typeface="+mn-lt"/>
            </a:endParaRPr>
          </a:p>
        </p:txBody>
      </p:sp>
      <p:pic>
        <p:nvPicPr>
          <p:cNvPr id="5" name="Afbeelding 4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DD28B507-E4C5-E8C0-E79A-82136F174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164" y="449261"/>
            <a:ext cx="828676" cy="988334"/>
          </a:xfrm>
          <a:prstGeom prst="rect">
            <a:avLst/>
          </a:prstGeom>
        </p:spPr>
      </p:pic>
      <p:pic>
        <p:nvPicPr>
          <p:cNvPr id="3" name="Picture 2" descr="Amazon SageMaker Training with Certification [OCT-2026]">
            <a:extLst>
              <a:ext uri="{FF2B5EF4-FFF2-40B4-BE49-F238E27FC236}">
                <a16:creationId xmlns:a16="http://schemas.microsoft.com/office/drawing/2014/main" id="{0E98737E-70F1-3D82-6A80-28FAC17C4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612" y="2562344"/>
            <a:ext cx="3599920" cy="27121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kstvak 9">
            <a:extLst>
              <a:ext uri="{FF2B5EF4-FFF2-40B4-BE49-F238E27FC236}">
                <a16:creationId xmlns:a16="http://schemas.microsoft.com/office/drawing/2014/main" id="{552443C5-2914-5160-3CC6-3C9D36E4DFE4}"/>
              </a:ext>
            </a:extLst>
          </p:cNvPr>
          <p:cNvSpPr txBox="1"/>
          <p:nvPr/>
        </p:nvSpPr>
        <p:spPr>
          <a:xfrm>
            <a:off x="3607267" y="3520191"/>
            <a:ext cx="417771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Model </a:t>
            </a:r>
            <a:r>
              <a:rPr lang="en-US" dirty="0" err="1">
                <a:solidFill>
                  <a:schemeClr val="bg1"/>
                </a:solidFill>
              </a:rPr>
              <a:t>getraind</a:t>
            </a:r>
            <a:r>
              <a:rPr lang="en-US" dirty="0">
                <a:solidFill>
                  <a:schemeClr val="bg1"/>
                </a:solidFill>
              </a:rPr>
              <a:t> op cloud-</a:t>
            </a:r>
            <a:r>
              <a:rPr lang="en-US" dirty="0" err="1">
                <a:solidFill>
                  <a:schemeClr val="bg1"/>
                </a:solidFill>
              </a:rPr>
              <a:t>rekenkracht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geëxporteerd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dirty="0">
                <a:solidFill>
                  <a:schemeClr val="bg1"/>
                </a:solidFill>
              </a:rPr>
              <a:t>Notebook </a:t>
            </a:r>
            <a:r>
              <a:rPr lang="en-US" dirty="0" err="1">
                <a:solidFill>
                  <a:schemeClr val="bg1"/>
                </a:solidFill>
              </a:rPr>
              <a:t>gedownload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netjes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aan</a:t>
            </a:r>
            <a:r>
              <a:rPr lang="en-US" dirty="0">
                <a:solidFill>
                  <a:schemeClr val="bg1"/>
                </a:solidFill>
              </a:rPr>
              <a:t> GitHub </a:t>
            </a:r>
            <a:r>
              <a:rPr lang="en-US" dirty="0" err="1">
                <a:solidFill>
                  <a:schemeClr val="bg1"/>
                </a:solidFill>
              </a:rPr>
              <a:t>toegevoegd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4735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10F7F-33B2-2A23-53F0-A64A19ADE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9895A-4099-0789-22F3-2045A71D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35" y="555166"/>
            <a:ext cx="8561388" cy="1018033"/>
          </a:xfrm>
        </p:spPr>
        <p:txBody>
          <a:bodyPr anchor="ctr">
            <a:normAutofit/>
          </a:bodyPr>
          <a:lstStyle/>
          <a:p>
            <a:r>
              <a:rPr lang="en-US" dirty="0"/>
              <a:t>Cloud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6E5B1-A8A7-5BC2-14EA-B362A13B4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507" y="2562344"/>
            <a:ext cx="2604945" cy="4458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nl-BE" sz="2800" dirty="0">
                <a:ea typeface="+mn-lt"/>
                <a:cs typeface="+mn-lt"/>
              </a:rPr>
              <a:t>Oracle </a:t>
            </a:r>
          </a:p>
          <a:p>
            <a:pPr marL="0" indent="0" algn="ctr">
              <a:buNone/>
            </a:pPr>
            <a:endParaRPr lang="nl-BE" sz="2800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FFC000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2800" dirty="0">
              <a:solidFill>
                <a:srgbClr val="FFC000"/>
              </a:solidFill>
              <a:ea typeface="Calibri"/>
              <a:cs typeface="Calibri"/>
            </a:endParaRPr>
          </a:p>
        </p:txBody>
      </p:sp>
      <p:pic>
        <p:nvPicPr>
          <p:cNvPr id="5" name="Afbeelding 4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F6FF2C5F-6687-79FF-8E94-1A2ECEAFB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164" y="449261"/>
            <a:ext cx="828676" cy="988334"/>
          </a:xfrm>
          <a:prstGeom prst="rect">
            <a:avLst/>
          </a:prstGeom>
        </p:spPr>
      </p:pic>
      <p:pic>
        <p:nvPicPr>
          <p:cNvPr id="6" name="Picture 5" descr="Navigating the Clouds: A Comparison of AI Services in Cloud Computing - Fidra Analytics">
            <a:extLst>
              <a:ext uri="{FF2B5EF4-FFF2-40B4-BE49-F238E27FC236}">
                <a16:creationId xmlns:a16="http://schemas.microsoft.com/office/drawing/2014/main" id="{EEA2B3EA-8A6C-FC52-2902-56D6C6C9D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326" y="2562344"/>
            <a:ext cx="4842106" cy="29352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42180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554DF-2E47-3384-5D71-C4B136A93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6CBF5ED-1885-951D-A339-7E96F2F0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EDA </a:t>
            </a:r>
            <a:br>
              <a:rPr lang="en-US" dirty="0"/>
            </a:br>
            <a:r>
              <a:rPr lang="en-US" dirty="0"/>
              <a:t>2 </a:t>
            </a:r>
            <a:r>
              <a:rPr lang="en-US" dirty="0" err="1"/>
              <a:t>Modellen</a:t>
            </a:r>
            <a:r>
              <a:rPr lang="en-US" dirty="0"/>
              <a:t>, 1 Dataset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3" name="Afbeelding 2" descr="Afbeelding met wiel, band, transport, fiets&#10;&#10;Door AI gegenereerde inhoud is mogelijk onjuist.">
            <a:extLst>
              <a:ext uri="{FF2B5EF4-FFF2-40B4-BE49-F238E27FC236}">
                <a16:creationId xmlns:a16="http://schemas.microsoft.com/office/drawing/2014/main" id="{CA79B3F9-5B52-8726-B50A-D53AF127D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184" y="-1815"/>
            <a:ext cx="1755776" cy="1110344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8E7BFC96-0E4B-6DCB-1624-905EE7AAF96C}"/>
              </a:ext>
            </a:extLst>
          </p:cNvPr>
          <p:cNvSpPr txBox="1"/>
          <p:nvPr/>
        </p:nvSpPr>
        <p:spPr>
          <a:xfrm>
            <a:off x="2076231" y="2916730"/>
            <a:ext cx="966738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i="1" dirty="0"/>
              <a:t>328.8 </a:t>
            </a:r>
            <a:r>
              <a:rPr lang="en-US" i="1" dirty="0" err="1"/>
              <a:t>miljoen</a:t>
            </a:r>
            <a:r>
              <a:rPr lang="en-US" i="1" dirty="0"/>
              <a:t> </a:t>
            </a:r>
            <a:r>
              <a:rPr lang="en-US" i="1" dirty="0" err="1"/>
              <a:t>ritten</a:t>
            </a:r>
            <a:r>
              <a:rPr lang="en-US" i="1" dirty="0"/>
              <a:t> </a:t>
            </a:r>
            <a:r>
              <a:rPr lang="en-US" i="1" dirty="0" err="1"/>
              <a:t>automatisch</a:t>
            </a:r>
            <a:r>
              <a:rPr lang="en-US" i="1" dirty="0"/>
              <a:t> </a:t>
            </a:r>
            <a:r>
              <a:rPr lang="en-US" i="1" dirty="0" err="1"/>
              <a:t>gedownload</a:t>
            </a:r>
            <a:r>
              <a:rPr lang="en-US" i="1" dirty="0"/>
              <a:t> van S3 (</a:t>
            </a:r>
            <a:r>
              <a:rPr lang="en-US" i="1" u="sng" dirty="0"/>
              <a:t>32.5 GB</a:t>
            </a:r>
            <a:r>
              <a:rPr lang="en-US" i="1" dirty="0"/>
              <a:t>, 44 zip-</a:t>
            </a:r>
            <a:r>
              <a:rPr lang="en-US" i="1" dirty="0" err="1"/>
              <a:t>bestanden</a:t>
            </a:r>
            <a:r>
              <a:rPr lang="en-US" i="1" dirty="0"/>
              <a:t>).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 err="1"/>
              <a:t>Omdat</a:t>
            </a:r>
            <a:r>
              <a:rPr lang="en-US" dirty="0"/>
              <a:t> de dataset zo </a:t>
            </a:r>
            <a:r>
              <a:rPr lang="en-US" dirty="0" err="1"/>
              <a:t>rijk</a:t>
            </a:r>
            <a:r>
              <a:rPr lang="en-US" dirty="0"/>
              <a:t> is, </a:t>
            </a:r>
            <a:r>
              <a:rPr lang="en-US" dirty="0" err="1"/>
              <a:t>hebben</a:t>
            </a:r>
            <a:r>
              <a:rPr lang="en-US" dirty="0"/>
              <a:t> we twee </a:t>
            </a:r>
            <a:r>
              <a:rPr lang="en-US" dirty="0" err="1"/>
              <a:t>complementaire</a:t>
            </a:r>
            <a:r>
              <a:rPr lang="en-US" dirty="0"/>
              <a:t> </a:t>
            </a:r>
            <a:r>
              <a:rPr lang="en-US" dirty="0" err="1"/>
              <a:t>modellen</a:t>
            </a:r>
            <a:r>
              <a:rPr lang="en-US" dirty="0"/>
              <a:t> </a:t>
            </a:r>
            <a:r>
              <a:rPr lang="en-US" dirty="0" err="1"/>
              <a:t>gebouwd</a:t>
            </a:r>
            <a:r>
              <a:rPr lang="en-US" dirty="0"/>
              <a:t>: </a:t>
            </a:r>
          </a:p>
          <a:p>
            <a:pPr lvl="0"/>
            <a:endParaRPr lang="en-US" dirty="0"/>
          </a:p>
          <a:p>
            <a:pPr lvl="1"/>
            <a:r>
              <a:rPr lang="en-US" b="1" dirty="0"/>
              <a:t>Model 1:</a:t>
            </a:r>
            <a:r>
              <a:rPr lang="en-US" dirty="0"/>
              <a:t> </a:t>
            </a:r>
            <a:r>
              <a:rPr lang="en-US" dirty="0" err="1"/>
              <a:t>Voorspellen</a:t>
            </a:r>
            <a:r>
              <a:rPr lang="en-US" dirty="0"/>
              <a:t> van de </a:t>
            </a:r>
            <a:r>
              <a:rPr lang="en-US" dirty="0" err="1"/>
              <a:t>ritduur</a:t>
            </a:r>
            <a:r>
              <a:rPr lang="en-US" dirty="0"/>
              <a:t> in </a:t>
            </a:r>
            <a:r>
              <a:rPr lang="en-US" dirty="0" err="1"/>
              <a:t>minuten</a:t>
            </a:r>
            <a:r>
              <a:rPr lang="en-US" dirty="0"/>
              <a:t> (</a:t>
            </a:r>
            <a:r>
              <a:rPr lang="en-US" dirty="0" err="1"/>
              <a:t>Regressie</a:t>
            </a:r>
            <a:r>
              <a:rPr lang="en-US" dirty="0"/>
              <a:t>).</a:t>
            </a:r>
          </a:p>
          <a:p>
            <a:pPr lvl="1"/>
            <a:r>
              <a:rPr lang="en-US" b="1" dirty="0"/>
              <a:t>Model 2:</a:t>
            </a:r>
            <a:r>
              <a:rPr lang="en-US" dirty="0"/>
              <a:t> </a:t>
            </a:r>
            <a:r>
              <a:rPr lang="en-US" dirty="0" err="1"/>
              <a:t>Voorspellen</a:t>
            </a:r>
            <a:r>
              <a:rPr lang="en-US" dirty="0"/>
              <a:t> van de </a:t>
            </a:r>
            <a:r>
              <a:rPr lang="en-US" dirty="0" err="1"/>
              <a:t>vertrekvraag</a:t>
            </a:r>
            <a:r>
              <a:rPr lang="en-US" dirty="0"/>
              <a:t> per zone per </a:t>
            </a:r>
            <a:r>
              <a:rPr lang="en-US" dirty="0" err="1"/>
              <a:t>uur</a:t>
            </a:r>
            <a:r>
              <a:rPr lang="en-US" dirty="0"/>
              <a:t> (</a:t>
            </a:r>
            <a:r>
              <a:rPr lang="en-US" dirty="0" err="1"/>
              <a:t>Vraagvoorspelling</a:t>
            </a:r>
            <a:r>
              <a:rPr lang="en-US" dirty="0"/>
              <a:t>)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42524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F6F07-91D4-E31F-2E88-F4B0E78A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6B4BA2D-78C0-3601-8159-CBB50BC9B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EDA </a:t>
            </a:r>
            <a:br>
              <a:rPr lang="en-US" dirty="0"/>
            </a:br>
            <a:r>
              <a:rPr lang="en-US" dirty="0" err="1"/>
              <a:t>Inzichten</a:t>
            </a:r>
            <a:r>
              <a:rPr lang="en-US" dirty="0"/>
              <a:t> &amp; </a:t>
            </a:r>
            <a:r>
              <a:rPr lang="en-US" dirty="0" err="1"/>
              <a:t>Aggregaties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3" name="Afbeelding 2" descr="Afbeelding met wiel, band, transport, fiets&#10;&#10;Door AI gegenereerde inhoud is mogelijk onjuist.">
            <a:extLst>
              <a:ext uri="{FF2B5EF4-FFF2-40B4-BE49-F238E27FC236}">
                <a16:creationId xmlns:a16="http://schemas.microsoft.com/office/drawing/2014/main" id="{351EF1A5-57C4-7F36-0BB8-94037B4C4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184" y="-1815"/>
            <a:ext cx="1755776" cy="1110344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B5E11685-21F3-9172-3084-2019E982D4C5}"/>
              </a:ext>
            </a:extLst>
          </p:cNvPr>
          <p:cNvSpPr txBox="1"/>
          <p:nvPr/>
        </p:nvSpPr>
        <p:spPr>
          <a:xfrm>
            <a:off x="2524620" y="2242656"/>
            <a:ext cx="966738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 err="1"/>
              <a:t>Zomerpiek</a:t>
            </a:r>
            <a:r>
              <a:rPr lang="en-US" b="1" dirty="0"/>
              <a:t>: </a:t>
            </a:r>
            <a:r>
              <a:rPr lang="en-US" dirty="0"/>
              <a:t>Het volume </a:t>
            </a:r>
            <a:r>
              <a:rPr lang="en-US" dirty="0" err="1"/>
              <a:t>stijgt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bijna</a:t>
            </a:r>
            <a:r>
              <a:rPr lang="en-US" dirty="0"/>
              <a:t> 40 </a:t>
            </a:r>
            <a:r>
              <a:rPr lang="en-US" dirty="0" err="1"/>
              <a:t>miljoen</a:t>
            </a:r>
            <a:r>
              <a:rPr lang="en-US" dirty="0"/>
              <a:t> </a:t>
            </a:r>
            <a:r>
              <a:rPr lang="en-US" dirty="0" err="1"/>
              <a:t>ritten</a:t>
            </a:r>
            <a:r>
              <a:rPr lang="en-US" dirty="0"/>
              <a:t> in </a:t>
            </a:r>
            <a:r>
              <a:rPr lang="en-US" dirty="0" err="1"/>
              <a:t>augustus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Members </a:t>
            </a:r>
            <a:r>
              <a:rPr lang="en-US" dirty="0" err="1"/>
              <a:t>fietsen</a:t>
            </a:r>
            <a:r>
              <a:rPr lang="en-US" dirty="0"/>
              <a:t> </a:t>
            </a:r>
            <a:r>
              <a:rPr lang="en-US" dirty="0" err="1"/>
              <a:t>kort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functioneel</a:t>
            </a:r>
            <a:r>
              <a:rPr lang="en-US" dirty="0"/>
              <a:t> (9 </a:t>
            </a:r>
            <a:r>
              <a:rPr lang="en-US" dirty="0" err="1"/>
              <a:t>minuten</a:t>
            </a:r>
            <a:r>
              <a:rPr lang="en-US" dirty="0"/>
              <a:t>).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Casuals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recreanten</a:t>
            </a:r>
            <a:r>
              <a:rPr lang="en-US" dirty="0"/>
              <a:t> die </a:t>
            </a:r>
            <a:r>
              <a:rPr lang="en-US" dirty="0" err="1"/>
              <a:t>veel</a:t>
            </a:r>
            <a:r>
              <a:rPr lang="en-US" dirty="0"/>
              <a:t> </a:t>
            </a:r>
            <a:r>
              <a:rPr lang="en-US" dirty="0" err="1"/>
              <a:t>langer</a:t>
            </a:r>
            <a:r>
              <a:rPr lang="en-US" dirty="0"/>
              <a:t> </a:t>
            </a:r>
            <a:r>
              <a:rPr lang="en-US" dirty="0" err="1"/>
              <a:t>fietsen</a:t>
            </a:r>
            <a:r>
              <a:rPr lang="en-US" dirty="0"/>
              <a:t> (15 </a:t>
            </a:r>
            <a:r>
              <a:rPr lang="en-US" dirty="0" err="1"/>
              <a:t>minuten</a:t>
            </a:r>
            <a:r>
              <a:rPr lang="en-US" dirty="0"/>
              <a:t>)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pieken</a:t>
            </a:r>
            <a:r>
              <a:rPr lang="en-US" dirty="0"/>
              <a:t> in de </a:t>
            </a:r>
            <a:r>
              <a:rPr lang="en-US" dirty="0" err="1"/>
              <a:t>zomer</a:t>
            </a:r>
            <a:r>
              <a:rPr lang="en-US" dirty="0"/>
              <a:t>.</a:t>
            </a:r>
            <a:endParaRPr lang="en-US" dirty="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588986-661A-9760-6203-DC8E39EF6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128" y="4065153"/>
            <a:ext cx="9479560" cy="24347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0524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5059-A289-96C4-35AC-937A23E1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A544B45-3D66-6525-EF5D-AA4A64B6B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EDA </a:t>
            </a:r>
            <a:br>
              <a:rPr lang="en-US" dirty="0"/>
            </a:br>
            <a:r>
              <a:rPr lang="en-US" sz="3600" dirty="0" err="1"/>
              <a:t>Statistisch</a:t>
            </a:r>
            <a:r>
              <a:rPr lang="en-US" sz="3600" dirty="0"/>
              <a:t> </a:t>
            </a:r>
            <a:r>
              <a:rPr lang="en-US" sz="3600" dirty="0" err="1"/>
              <a:t>Bewijs</a:t>
            </a:r>
            <a:r>
              <a:rPr lang="en-US" sz="3600" dirty="0"/>
              <a:t> (Hypotheses)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3" name="Afbeelding 2" descr="Afbeelding met wiel, band, transport, fiets&#10;&#10;Door AI gegenereerde inhoud is mogelijk onjuist.">
            <a:extLst>
              <a:ext uri="{FF2B5EF4-FFF2-40B4-BE49-F238E27FC236}">
                <a16:creationId xmlns:a16="http://schemas.microsoft.com/office/drawing/2014/main" id="{2C1239B8-69F2-A445-F494-5926E681B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184" y="-1815"/>
            <a:ext cx="1755776" cy="1110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3F6F4388-D58B-7C99-06E0-FFEE51DF2E28}"/>
                  </a:ext>
                </a:extLst>
              </p:cNvPr>
              <p:cNvSpPr txBox="1"/>
              <p:nvPr/>
            </p:nvSpPr>
            <p:spPr>
              <a:xfrm>
                <a:off x="6610058" y="2774279"/>
                <a:ext cx="5134529" cy="314554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lvl="0"/>
                <a:r>
                  <a:rPr lang="en-US" b="1" dirty="0" err="1"/>
                  <a:t>Hypothese</a:t>
                </a:r>
                <a:r>
                  <a:rPr lang="en-US" b="1" dirty="0"/>
                  <a:t> 1 (Duur):</a:t>
                </a:r>
                <a:r>
                  <a:rPr lang="en-US" dirty="0">
                    <a:effectLst/>
                  </a:rPr>
                  <a:t> </a:t>
                </a:r>
                <a:br>
                  <a:rPr lang="en-US" dirty="0">
                    <a:effectLst/>
                  </a:rPr>
                </a:br>
                <a:r>
                  <a:rPr lang="en-US" dirty="0">
                    <a:effectLst/>
                  </a:rPr>
                  <a:t>Casuals </a:t>
                </a:r>
                <a:r>
                  <a:rPr lang="en-US" dirty="0" err="1">
                    <a:effectLst/>
                  </a:rPr>
                  <a:t>fietsen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langer</a:t>
                </a:r>
                <a:r>
                  <a:rPr lang="en-US" dirty="0">
                    <a:effectLst/>
                  </a:rPr>
                  <a:t> dan Members. </a:t>
                </a:r>
              </a:p>
              <a:p>
                <a:pPr lvl="1"/>
                <a:r>
                  <a:rPr lang="en-US" dirty="0">
                    <a:effectLst/>
                  </a:rPr>
                  <a:t>Mann-Whitney U test: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−300</m:t>
                        </m:r>
                      </m:sup>
                    </m:sSup>
                  </m:oMath>
                </a14:m>
                <a:r>
                  <a:rPr lang="en-US" dirty="0">
                    <a:effectLst/>
                  </a:rPr>
                  <a:t>. </a:t>
                </a:r>
                <a:br>
                  <a:rPr lang="en-US" dirty="0">
                    <a:effectLst/>
                  </a:rPr>
                </a:br>
                <a:r>
                  <a:rPr lang="en-US" dirty="0">
                    <a:effectLst/>
                  </a:rPr>
                  <a:t>Casuals </a:t>
                </a:r>
                <a:r>
                  <a:rPr lang="en-US" dirty="0" err="1">
                    <a:effectLst/>
                  </a:rPr>
                  <a:t>fietsen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mediaan</a:t>
                </a:r>
                <a:r>
                  <a:rPr lang="en-US" dirty="0">
                    <a:effectLst/>
                  </a:rPr>
                  <a:t> 6.31 </a:t>
                </a:r>
                <a:r>
                  <a:rPr lang="en-US" dirty="0" err="1">
                    <a:effectLst/>
                  </a:rPr>
                  <a:t>minuten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langer</a:t>
                </a:r>
                <a:r>
                  <a:rPr lang="en-US" dirty="0">
                    <a:effectLst/>
                  </a:rPr>
                  <a:t>.</a:t>
                </a:r>
              </a:p>
              <a:p>
                <a:pPr lvl="1"/>
                <a:endParaRPr lang="en-US" dirty="0">
                  <a:effectLst/>
                </a:endParaRPr>
              </a:p>
              <a:p>
                <a:pPr lvl="1"/>
                <a:endParaRPr lang="en-US" dirty="0">
                  <a:effectLst/>
                </a:endParaRPr>
              </a:p>
              <a:p>
                <a:pPr lvl="0"/>
                <a:r>
                  <a:rPr lang="en-US" b="1" dirty="0" err="1">
                    <a:effectLst/>
                  </a:rPr>
                  <a:t>Hypothese</a:t>
                </a:r>
                <a:r>
                  <a:rPr lang="en-US" b="1" dirty="0">
                    <a:effectLst/>
                  </a:rPr>
                  <a:t> 2 (Weer):</a:t>
                </a:r>
                <a:r>
                  <a:rPr lang="en-US" dirty="0">
                    <a:effectLst/>
                  </a:rPr>
                  <a:t> </a:t>
                </a:r>
                <a:br>
                  <a:rPr lang="en-US" dirty="0">
                    <a:effectLst/>
                  </a:rPr>
                </a:br>
                <a:r>
                  <a:rPr lang="en-US" dirty="0">
                    <a:effectLst/>
                  </a:rPr>
                  <a:t>Regen </a:t>
                </a:r>
                <a:r>
                  <a:rPr lang="en-US" dirty="0" err="1">
                    <a:effectLst/>
                  </a:rPr>
                  <a:t>verlaagt</a:t>
                </a:r>
                <a:r>
                  <a:rPr lang="en-US" dirty="0">
                    <a:effectLst/>
                  </a:rPr>
                  <a:t> het </a:t>
                </a:r>
                <a:r>
                  <a:rPr lang="en-US" dirty="0" err="1">
                    <a:effectLst/>
                  </a:rPr>
                  <a:t>aantal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fietsers</a:t>
                </a:r>
                <a:r>
                  <a:rPr lang="en-US" dirty="0">
                    <a:effectLst/>
                  </a:rPr>
                  <a:t>. </a:t>
                </a:r>
              </a:p>
              <a:p>
                <a:pPr lvl="1"/>
                <a:r>
                  <a:rPr lang="en-US" dirty="0">
                    <a:effectLst/>
                  </a:rPr>
                  <a:t>Poisson </a:t>
                </a:r>
                <a:r>
                  <a:rPr lang="en-US" dirty="0" err="1">
                    <a:effectLst/>
                  </a:rPr>
                  <a:t>regressie</a:t>
                </a:r>
                <a:r>
                  <a:rPr lang="en-US" dirty="0">
                    <a:effectLst/>
                  </a:rPr>
                  <a:t> met day-fixed effects: </a:t>
                </a:r>
                <a:br>
                  <a:rPr lang="en-US" dirty="0">
                    <a:effectLst/>
                  </a:rPr>
                </a:br>
                <a:r>
                  <a:rPr lang="en-US" dirty="0">
                    <a:effectLst/>
                  </a:rPr>
                  <a:t>exact </a:t>
                </a:r>
                <a:r>
                  <a:rPr lang="en-US" b="1" dirty="0">
                    <a:effectLst/>
                  </a:rPr>
                  <a:t>26.9% minder </a:t>
                </a:r>
                <a:r>
                  <a:rPr lang="en-US" b="1" dirty="0" err="1">
                    <a:effectLst/>
                  </a:rPr>
                  <a:t>ritten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tijdens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regenuren</a:t>
                </a:r>
                <a:r>
                  <a:rPr lang="en-US" dirty="0">
                    <a:effectLst/>
                  </a:rPr>
                  <a:t> op </a:t>
                </a:r>
                <a:r>
                  <a:rPr lang="en-US" dirty="0" err="1">
                    <a:effectLst/>
                  </a:rPr>
                  <a:t>dezelfde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dag</a:t>
                </a:r>
                <a:r>
                  <a:rPr lang="en-US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3F6F4388-D58B-7C99-06E0-FFEE51DF2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058" y="2774279"/>
                <a:ext cx="5134529" cy="3145541"/>
              </a:xfrm>
              <a:prstGeom prst="rect">
                <a:avLst/>
              </a:prstGeom>
              <a:blipFill>
                <a:blip r:embed="rId4"/>
                <a:stretch>
                  <a:fillRect l="-949" t="-969" r="-474" b="-2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7E8138E-3D10-D2AF-FAD9-CDE1F05D33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93" y="2708970"/>
            <a:ext cx="5244333" cy="32206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6465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C87D5-65D5-A6F1-55AD-AB727E832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BF358C0-4861-743E-773E-ED8D2100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pic>
        <p:nvPicPr>
          <p:cNvPr id="10" name="Afbeelding 9" descr="Afbeelding met wiel, band, transport, fiets&#10;&#10;Door AI gegenereerde inhoud is mogelijk onjuist.">
            <a:extLst>
              <a:ext uri="{FF2B5EF4-FFF2-40B4-BE49-F238E27FC236}">
                <a16:creationId xmlns:a16="http://schemas.microsoft.com/office/drawing/2014/main" id="{7BAF81C1-C7F3-7A35-4C16-9BABBCC67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541" y="524328"/>
            <a:ext cx="1755776" cy="1110344"/>
          </a:xfrm>
          <a:prstGeom prst="rect">
            <a:avLst/>
          </a:prstGeom>
        </p:spPr>
      </p:pic>
      <p:sp>
        <p:nvSpPr>
          <p:cNvPr id="3" name="Tekstvak 9">
            <a:extLst>
              <a:ext uri="{FF2B5EF4-FFF2-40B4-BE49-F238E27FC236}">
                <a16:creationId xmlns:a16="http://schemas.microsoft.com/office/drawing/2014/main" id="{EDAFFAE8-4831-C5AB-370E-B4F6DB71BAE0}"/>
              </a:ext>
            </a:extLst>
          </p:cNvPr>
          <p:cNvSpPr txBox="1"/>
          <p:nvPr/>
        </p:nvSpPr>
        <p:spPr>
          <a:xfrm>
            <a:off x="3486911" y="2233995"/>
            <a:ext cx="941326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u="sng" dirty="0" err="1">
                <a:solidFill>
                  <a:schemeClr val="bg1"/>
                </a:solidFill>
              </a:rPr>
              <a:t>Afstand</a:t>
            </a:r>
            <a:r>
              <a:rPr lang="en-US" b="1" u="sng" dirty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Haversine </a:t>
            </a:r>
            <a:r>
              <a:rPr lang="en-US" dirty="0" err="1">
                <a:solidFill>
                  <a:schemeClr val="bg1"/>
                </a:solidFill>
              </a:rPr>
              <a:t>vogelvlucht</a:t>
            </a:r>
            <a:r>
              <a:rPr lang="en-US" dirty="0">
                <a:solidFill>
                  <a:schemeClr val="bg1"/>
                </a:solidFill>
              </a:rPr>
              <a:t> + Manhattan-grid </a:t>
            </a:r>
            <a:r>
              <a:rPr lang="en-US" dirty="0" err="1">
                <a:solidFill>
                  <a:schemeClr val="bg1"/>
                </a:solidFill>
              </a:rPr>
              <a:t>afstand</a:t>
            </a:r>
            <a:r>
              <a:rPr lang="en-US" dirty="0">
                <a:solidFill>
                  <a:schemeClr val="bg1"/>
                </a:solidFill>
              </a:rPr>
              <a:t>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(29° </a:t>
            </a:r>
            <a:r>
              <a:rPr lang="en-US" dirty="0" err="1">
                <a:solidFill>
                  <a:schemeClr val="bg1"/>
                </a:solidFill>
              </a:rPr>
              <a:t>gedraaid</a:t>
            </a:r>
            <a:r>
              <a:rPr lang="en-US" dirty="0">
                <a:solidFill>
                  <a:schemeClr val="bg1"/>
                </a:solidFill>
              </a:rPr>
              <a:t> om het </a:t>
            </a:r>
            <a:r>
              <a:rPr lang="en-US" dirty="0" err="1">
                <a:solidFill>
                  <a:schemeClr val="bg1"/>
                </a:solidFill>
              </a:rPr>
              <a:t>stratenplan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volgen</a:t>
            </a:r>
            <a:r>
              <a:rPr lang="en-US" dirty="0">
                <a:solidFill>
                  <a:schemeClr val="bg1"/>
                </a:solidFill>
              </a:rPr>
              <a:t>).</a:t>
            </a: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b="1" u="sng" dirty="0" err="1">
                <a:solidFill>
                  <a:schemeClr val="bg1"/>
                </a:solidFill>
              </a:rPr>
              <a:t>Tijd</a:t>
            </a:r>
            <a:r>
              <a:rPr lang="en-US" b="1" u="sng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Cyclische</a:t>
            </a:r>
            <a:r>
              <a:rPr lang="en-US" dirty="0">
                <a:solidFill>
                  <a:schemeClr val="bg1"/>
                </a:solidFill>
              </a:rPr>
              <a:t> sin/cos </a:t>
            </a:r>
            <a:r>
              <a:rPr lang="en-US" dirty="0" err="1">
                <a:solidFill>
                  <a:schemeClr val="bg1"/>
                </a:solidFill>
              </a:rPr>
              <a:t>transformatie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voor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uren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weekdagen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seizoenen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b="1" u="sng" dirty="0" err="1">
                <a:solidFill>
                  <a:schemeClr val="bg1"/>
                </a:solidFill>
              </a:rPr>
              <a:t>Historie</a:t>
            </a:r>
            <a:r>
              <a:rPr lang="en-US" b="1" u="sng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Historisch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gemiddelde</a:t>
            </a:r>
            <a:r>
              <a:rPr lang="en-US" dirty="0">
                <a:solidFill>
                  <a:schemeClr val="bg1"/>
                </a:solidFill>
              </a:rPr>
              <a:t> per route met Bayes-smoothing (</a:t>
            </a:r>
            <a:r>
              <a:rPr lang="en-US" dirty="0" err="1">
                <a:solidFill>
                  <a:schemeClr val="bg1"/>
                </a:solidFill>
              </a:rPr>
              <a:t>zonder</a:t>
            </a:r>
            <a:r>
              <a:rPr lang="en-US" dirty="0">
                <a:solidFill>
                  <a:schemeClr val="bg1"/>
                </a:solidFill>
              </a:rPr>
              <a:t> data-leakage).</a:t>
            </a: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lvl="0"/>
            <a:r>
              <a:rPr lang="en-US" b="1" u="sng" dirty="0">
                <a:solidFill>
                  <a:schemeClr val="bg1"/>
                </a:solidFill>
              </a:rPr>
              <a:t>Weer: </a:t>
            </a:r>
            <a:r>
              <a:rPr lang="en-US" dirty="0" err="1">
                <a:solidFill>
                  <a:schemeClr val="bg1"/>
                </a:solidFill>
              </a:rPr>
              <a:t>Gekoppeld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aan</a:t>
            </a:r>
            <a:r>
              <a:rPr lang="en-US" dirty="0">
                <a:solidFill>
                  <a:schemeClr val="bg1"/>
                </a:solidFill>
              </a:rPr>
              <a:t> de Open-</a:t>
            </a:r>
            <a:r>
              <a:rPr lang="en-US" dirty="0" err="1">
                <a:solidFill>
                  <a:schemeClr val="bg1"/>
                </a:solidFill>
              </a:rPr>
              <a:t>Meteo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archief</a:t>
            </a:r>
            <a:r>
              <a:rPr lang="en-US" dirty="0">
                <a:solidFill>
                  <a:schemeClr val="bg1"/>
                </a:solidFill>
              </a:rPr>
              <a:t>-API (</a:t>
            </a:r>
            <a:r>
              <a:rPr lang="en-US" dirty="0" err="1">
                <a:solidFill>
                  <a:schemeClr val="bg1"/>
                </a:solidFill>
              </a:rPr>
              <a:t>temperatuur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neerslag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sneeuw</a:t>
            </a:r>
            <a:r>
              <a:rPr lang="en-US" dirty="0">
                <a:solidFill>
                  <a:schemeClr val="bg1"/>
                </a:solidFill>
              </a:rPr>
              <a:t>).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17885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88C9-6B5A-469C-04CF-3C8FB89D3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86936C-53DF-C417-5D5E-670AFACC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Seizoen</a:t>
            </a:r>
            <a:r>
              <a:rPr lang="en-US" dirty="0"/>
              <a:t> &amp; </a:t>
            </a:r>
            <a:r>
              <a:rPr lang="en-US" dirty="0" err="1"/>
              <a:t>Temperatuur</a:t>
            </a:r>
            <a:endParaRPr lang="nl-NL" dirty="0" err="1"/>
          </a:p>
        </p:txBody>
      </p:sp>
      <p:pic>
        <p:nvPicPr>
          <p:cNvPr id="3" name="Afbeelding 2" descr="Afbeelding met wiel, band, transport, fiets&#10;&#10;Door AI gegenereerde inhoud is mogelijk onjuist.">
            <a:extLst>
              <a:ext uri="{FF2B5EF4-FFF2-40B4-BE49-F238E27FC236}">
                <a16:creationId xmlns:a16="http://schemas.microsoft.com/office/drawing/2014/main" id="{F09753CE-29AE-705B-522E-2A1BC2842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36" y="0"/>
            <a:ext cx="1755776" cy="1110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FBAFC990-87EF-EEEA-631F-D8A9ED76F007}"/>
                  </a:ext>
                </a:extLst>
              </p:cNvPr>
              <p:cNvSpPr txBox="1"/>
              <p:nvPr/>
            </p:nvSpPr>
            <p:spPr>
              <a:xfrm>
                <a:off x="2737215" y="5022528"/>
                <a:ext cx="9756788" cy="14773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lvl="0"/>
                <a:r>
                  <a:rPr lang="en-US" dirty="0" err="1"/>
                  <a:t>Sterke</a:t>
                </a:r>
                <a:r>
                  <a:rPr lang="en-US" dirty="0"/>
                  <a:t> </a:t>
                </a:r>
                <a:r>
                  <a:rPr lang="en-US" dirty="0" err="1"/>
                  <a:t>correlatie</a:t>
                </a:r>
                <a:r>
                  <a:rPr lang="en-US" dirty="0"/>
                  <a:t> </a:t>
                </a:r>
                <a:r>
                  <a:rPr lang="en-US" dirty="0" err="1"/>
                  <a:t>tussen</a:t>
                </a:r>
                <a:r>
                  <a:rPr lang="en-US" dirty="0"/>
                  <a:t> </a:t>
                </a:r>
                <a:r>
                  <a:rPr lang="en-US" dirty="0" err="1"/>
                  <a:t>temperatuur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ritten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u="sng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u="sng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u="sng">
                        <a:latin typeface="Cambria Math" panose="02040503050406030204" pitchFamily="18" charset="0"/>
                      </a:rPr>
                      <m:t>𝟕𝟕</m:t>
                    </m:r>
                  </m:oMath>
                </a14:m>
                <a:endParaRPr lang="en-US" b="1" u="sng" dirty="0">
                  <a:effectLst/>
                </a:endParaRPr>
              </a:p>
              <a:p>
                <a:pPr lvl="0"/>
                <a:endParaRPr lang="en-US" b="1" u="sng" dirty="0">
                  <a:effectLst/>
                </a:endParaRPr>
              </a:p>
              <a:p>
                <a:pPr lvl="0"/>
                <a:r>
                  <a:rPr lang="en-US" b="1" dirty="0" err="1">
                    <a:effectLst/>
                  </a:rPr>
                  <a:t>Optimale</a:t>
                </a:r>
                <a:r>
                  <a:rPr lang="en-US" b="1" dirty="0">
                    <a:effectLst/>
                  </a:rPr>
                  <a:t> </a:t>
                </a:r>
                <a:r>
                  <a:rPr lang="en-US" b="1" dirty="0" err="1">
                    <a:effectLst/>
                  </a:rPr>
                  <a:t>fietstemperatuur</a:t>
                </a:r>
                <a:r>
                  <a:rPr lang="en-US" b="1" dirty="0">
                    <a:effectLst/>
                  </a:rPr>
                  <a:t>: </a:t>
                </a:r>
                <a:r>
                  <a:rPr lang="en-US" dirty="0">
                    <a:effectLst/>
                  </a:rPr>
                  <a:t>29.5°C.</a:t>
                </a:r>
              </a:p>
              <a:p>
                <a:pPr lvl="0"/>
                <a:endParaRPr lang="en-US" dirty="0">
                  <a:effectLst/>
                </a:endParaRPr>
              </a:p>
              <a:p>
                <a:pPr lvl="0"/>
                <a:r>
                  <a:rPr lang="en-US" dirty="0" err="1">
                    <a:effectLst/>
                  </a:rPr>
                  <a:t>Sneeuwhoogte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toegevoegd</a:t>
                </a:r>
                <a:r>
                  <a:rPr lang="en-US" dirty="0">
                    <a:effectLst/>
                  </a:rPr>
                  <a:t> om </a:t>
                </a:r>
                <a:r>
                  <a:rPr lang="en-US" dirty="0" err="1">
                    <a:effectLst/>
                  </a:rPr>
                  <a:t>overschatting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na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sneeuwstormen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tegen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te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gaan</a:t>
                </a:r>
                <a:r>
                  <a:rPr lang="en-US" dirty="0">
                    <a:effectLst/>
                  </a:rPr>
                  <a:t>.</a:t>
                </a:r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FBAFC990-87EF-EEEA-631F-D8A9ED76F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215" y="5022528"/>
                <a:ext cx="9756788" cy="1477328"/>
              </a:xfrm>
              <a:prstGeom prst="rect">
                <a:avLst/>
              </a:prstGeom>
              <a:blipFill>
                <a:blip r:embed="rId4"/>
                <a:stretch>
                  <a:fillRect l="-500" t="-2479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BBBC8C9-347E-6BDB-9692-CFB8445BFE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502" y="2113748"/>
            <a:ext cx="8566996" cy="27481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4616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25ACC-B09B-5488-FB00-3F3F2F748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429333D-C4E9-1F95-510E-03ED1FD72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Model 1 – </a:t>
            </a:r>
            <a:r>
              <a:rPr lang="en-US" dirty="0" err="1"/>
              <a:t>Ritduur</a:t>
            </a:r>
            <a:endParaRPr lang="en-US" dirty="0"/>
          </a:p>
        </p:txBody>
      </p:sp>
      <p:pic>
        <p:nvPicPr>
          <p:cNvPr id="3" name="Afbeelding 2" descr="Afbeelding met wiel, band, transport, fiets&#10;&#10;Door AI gegenereerde inhoud is mogelijk onjuist.">
            <a:extLst>
              <a:ext uri="{FF2B5EF4-FFF2-40B4-BE49-F238E27FC236}">
                <a16:creationId xmlns:a16="http://schemas.microsoft.com/office/drawing/2014/main" id="{4CEB5653-9276-2D1A-659F-2189C47FE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615" y="0"/>
            <a:ext cx="1755776" cy="1110344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8D0577D7-B7DF-4918-0A0B-255079933112}"/>
              </a:ext>
            </a:extLst>
          </p:cNvPr>
          <p:cNvSpPr txBox="1"/>
          <p:nvPr/>
        </p:nvSpPr>
        <p:spPr>
          <a:xfrm>
            <a:off x="1912691" y="2400743"/>
            <a:ext cx="975678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7 </a:t>
            </a:r>
            <a:r>
              <a:rPr lang="en-US" dirty="0" err="1"/>
              <a:t>modellen</a:t>
            </a:r>
            <a:r>
              <a:rPr lang="en-US" dirty="0"/>
              <a:t> </a:t>
            </a:r>
            <a:r>
              <a:rPr lang="en-US" dirty="0" err="1"/>
              <a:t>vergeleken</a:t>
            </a:r>
            <a:r>
              <a:rPr lang="en-US" dirty="0"/>
              <a:t> op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strikte</a:t>
            </a:r>
            <a:r>
              <a:rPr lang="en-US" dirty="0"/>
              <a:t> </a:t>
            </a:r>
            <a:r>
              <a:rPr lang="en-US" dirty="0" err="1"/>
              <a:t>chronologische</a:t>
            </a:r>
            <a:r>
              <a:rPr lang="en-US" dirty="0"/>
              <a:t> split 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Winnaar: </a:t>
            </a:r>
            <a:r>
              <a:rPr lang="en-US" dirty="0" err="1"/>
              <a:t>HistGradientBoosting</a:t>
            </a:r>
            <a:r>
              <a:rPr lang="en-US" dirty="0"/>
              <a:t> met absolute error (L1-loss).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Test MAE: </a:t>
            </a:r>
            <a:r>
              <a:rPr lang="en-US" dirty="0"/>
              <a:t>3.51 </a:t>
            </a:r>
            <a:r>
              <a:rPr lang="en-US" dirty="0" err="1"/>
              <a:t>minuten</a:t>
            </a:r>
            <a:r>
              <a:rPr lang="en-US" dirty="0"/>
              <a:t> (</a:t>
            </a:r>
            <a:r>
              <a:rPr lang="en-US" dirty="0" err="1"/>
              <a:t>vergeleken</a:t>
            </a:r>
            <a:r>
              <a:rPr lang="en-US" dirty="0"/>
              <a:t> met 7.30 min </a:t>
            </a:r>
            <a:r>
              <a:rPr lang="en-US" dirty="0" err="1"/>
              <a:t>voor</a:t>
            </a:r>
            <a:r>
              <a:rPr lang="en-US" dirty="0"/>
              <a:t> de baseline: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halvering</a:t>
            </a:r>
            <a:r>
              <a:rPr lang="en-US" dirty="0"/>
              <a:t> van de </a:t>
            </a:r>
            <a:r>
              <a:rPr lang="en-US" dirty="0" err="1"/>
              <a:t>fout</a:t>
            </a:r>
            <a:r>
              <a:rPr lang="en-US" dirty="0"/>
              <a:t>!).</a:t>
            </a:r>
            <a:endParaRPr lang="en-US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264AD4-CC96-1AB0-0B5D-D14D3BD51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38" y="4329684"/>
            <a:ext cx="9202723" cy="23636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862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3A333-5630-09F3-C049-E51F35F6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DBDA4E1-A7C4-2D95-1C87-389E43F9B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Model 2 – </a:t>
            </a:r>
            <a:r>
              <a:rPr lang="en-US" dirty="0" err="1"/>
              <a:t>Vraag</a:t>
            </a:r>
            <a:r>
              <a:rPr lang="en-US" dirty="0"/>
              <a:t> per Zone</a:t>
            </a:r>
            <a:endParaRPr lang="nl-NL" dirty="0" err="1"/>
          </a:p>
        </p:txBody>
      </p:sp>
      <p:pic>
        <p:nvPicPr>
          <p:cNvPr id="3" name="Afbeelding 2" descr="Afbeelding met wiel, band, transport, fiets&#10;&#10;Door AI gegenereerde inhoud is mogelijk onjuist.">
            <a:extLst>
              <a:ext uri="{FF2B5EF4-FFF2-40B4-BE49-F238E27FC236}">
                <a16:creationId xmlns:a16="http://schemas.microsoft.com/office/drawing/2014/main" id="{8B85E2CD-9835-4D0D-C100-AEFFBC592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36" y="0"/>
            <a:ext cx="1755776" cy="11103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8B0CCCC7-25FD-71D3-52A2-97AAA25CF228}"/>
                  </a:ext>
                </a:extLst>
              </p:cNvPr>
              <p:cNvSpPr txBox="1"/>
              <p:nvPr/>
            </p:nvSpPr>
            <p:spPr>
              <a:xfrm>
                <a:off x="1390736" y="5576526"/>
                <a:ext cx="9756788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lvl="0"/>
                <a:r>
                  <a:rPr lang="en-US" b="1" dirty="0"/>
                  <a:t>Unsupervised Learning: </a:t>
                </a:r>
                <a:r>
                  <a:rPr lang="en-US" dirty="0" err="1"/>
                  <a:t>KMeans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US" dirty="0">
                    <a:effectLst/>
                  </a:rPr>
                  <a:t>) </a:t>
                </a:r>
                <a:r>
                  <a:rPr lang="en-US" dirty="0" err="1">
                    <a:effectLst/>
                  </a:rPr>
                  <a:t>groepeert</a:t>
                </a:r>
                <a:r>
                  <a:rPr lang="en-US" dirty="0">
                    <a:effectLst/>
                  </a:rPr>
                  <a:t> 2.400 stations in 30 </a:t>
                </a:r>
                <a:r>
                  <a:rPr lang="en-US" dirty="0" err="1">
                    <a:effectLst/>
                  </a:rPr>
                  <a:t>logische</a:t>
                </a:r>
                <a:r>
                  <a:rPr lang="en-US" dirty="0">
                    <a:effectLst/>
                  </a:rPr>
                  <a:t> zones.</a:t>
                </a:r>
              </a:p>
              <a:p>
                <a:pPr lvl="0"/>
                <a:r>
                  <a:rPr lang="en-US" b="1" dirty="0">
                    <a:effectLst/>
                  </a:rPr>
                  <a:t>Model: </a:t>
                </a:r>
                <a:r>
                  <a:rPr lang="en-US" dirty="0" err="1"/>
                  <a:t>HistGradientBoosting</a:t>
                </a:r>
                <a:r>
                  <a:rPr lang="en-US" dirty="0">
                    <a:effectLst/>
                  </a:rPr>
                  <a:t> met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  <a:effectLst/>
                  </a:rPr>
                  <a:t>Poisson loss </a:t>
                </a:r>
                <a:r>
                  <a:rPr lang="en-US" dirty="0">
                    <a:effectLst/>
                  </a:rPr>
                  <a:t>(</a:t>
                </a:r>
                <a:r>
                  <a:rPr lang="en-US" dirty="0" err="1">
                    <a:effectLst/>
                  </a:rPr>
                  <a:t>ideaal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voor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aantallen</a:t>
                </a:r>
                <a:r>
                  <a:rPr lang="en-US" dirty="0">
                    <a:effectLst/>
                  </a:rPr>
                  <a:t>).</a:t>
                </a:r>
              </a:p>
              <a:p>
                <a:pPr lvl="0"/>
                <a:r>
                  <a:rPr lang="en-US" b="1" dirty="0" err="1">
                    <a:effectLst/>
                  </a:rPr>
                  <a:t>Resultaat</a:t>
                </a:r>
                <a:r>
                  <a:rPr lang="en-US" b="1" dirty="0">
                    <a:effectLst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effectLst/>
                  </a:rPr>
                  <a:t>van 0.931 </a:t>
                </a:r>
                <a:r>
                  <a:rPr lang="en-US" dirty="0" err="1">
                    <a:effectLst/>
                  </a:rPr>
                  <a:t>en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een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fout</a:t>
                </a:r>
                <a:r>
                  <a:rPr lang="en-US" dirty="0">
                    <a:effectLst/>
                  </a:rPr>
                  <a:t> van </a:t>
                </a:r>
                <a:r>
                  <a:rPr lang="en-US" dirty="0" err="1">
                    <a:effectLst/>
                  </a:rPr>
                  <a:t>slechts</a:t>
                </a:r>
                <a:r>
                  <a:rPr lang="en-US" dirty="0">
                    <a:effectLst/>
                  </a:rPr>
                  <a:t> 28.9 </a:t>
                </a:r>
                <a:r>
                  <a:rPr lang="en-US" dirty="0" err="1">
                    <a:effectLst/>
                  </a:rPr>
                  <a:t>fietsen</a:t>
                </a:r>
                <a:r>
                  <a:rPr lang="en-US" dirty="0">
                    <a:effectLst/>
                  </a:rPr>
                  <a:t> per zone-</a:t>
                </a:r>
                <a:r>
                  <a:rPr lang="en-US" dirty="0" err="1">
                    <a:effectLst/>
                  </a:rPr>
                  <a:t>uur</a:t>
                </a:r>
                <a:r>
                  <a:rPr lang="en-US" dirty="0">
                    <a:effectLst/>
                  </a:rPr>
                  <a:t> (16.7% </a:t>
                </a:r>
                <a:r>
                  <a:rPr lang="en-US" dirty="0" err="1">
                    <a:effectLst/>
                  </a:rPr>
                  <a:t>relatieve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 err="1">
                    <a:effectLst/>
                  </a:rPr>
                  <a:t>fout</a:t>
                </a:r>
                <a:r>
                  <a:rPr lang="en-US" dirty="0">
                    <a:effectLst/>
                  </a:rPr>
                  <a:t>).</a:t>
                </a:r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8B0CCCC7-25FD-71D3-52A2-97AAA25CF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736" y="5576526"/>
                <a:ext cx="9756788" cy="923330"/>
              </a:xfrm>
              <a:prstGeom prst="rect">
                <a:avLst/>
              </a:prstGeom>
              <a:blipFill>
                <a:blip r:embed="rId4"/>
                <a:stretch>
                  <a:fillRect l="-500" t="-3974" b="-10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2D63CB2-37DF-1EDB-3BAF-B930FD33B2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392" y="2184023"/>
            <a:ext cx="7200670" cy="31202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3453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ADF0F-9E2C-B38D-F304-070C2CDC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2F42-6B2F-E68C-0D94-6BF860C5C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35" y="555166"/>
            <a:ext cx="8561388" cy="1018033"/>
          </a:xfrm>
        </p:spPr>
        <p:txBody>
          <a:bodyPr anchor="ctr">
            <a:normAutofit/>
          </a:bodyPr>
          <a:lstStyle/>
          <a:p>
            <a:r>
              <a:rPr lang="en-US" dirty="0"/>
              <a:t>Cloud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94ACB-0578-1F34-EA7D-DF476ECBC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507" y="2562344"/>
            <a:ext cx="2604945" cy="4458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nl-BE" sz="2800" dirty="0">
                <a:ea typeface="+mn-lt"/>
                <a:cs typeface="+mn-lt"/>
              </a:rPr>
              <a:t>Oracle </a:t>
            </a:r>
          </a:p>
          <a:p>
            <a:pPr marL="0" indent="0" algn="ctr">
              <a:buNone/>
            </a:pPr>
            <a:endParaRPr lang="nl-BE" sz="2800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rgbClr val="FFC000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2800" dirty="0">
              <a:solidFill>
                <a:srgbClr val="FFC000"/>
              </a:solidFill>
              <a:ea typeface="Calibri"/>
              <a:cs typeface="Calibri"/>
            </a:endParaRPr>
          </a:p>
        </p:txBody>
      </p:sp>
      <p:pic>
        <p:nvPicPr>
          <p:cNvPr id="6" name="Picture 5" descr="Navigating the Clouds: A Comparison of AI Services in Cloud Computing - Fidra Analytics">
            <a:extLst>
              <a:ext uri="{FF2B5EF4-FFF2-40B4-BE49-F238E27FC236}">
                <a16:creationId xmlns:a16="http://schemas.microsoft.com/office/drawing/2014/main" id="{4FB553D9-6926-505B-C1C9-F7D7C07D2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326" y="2562344"/>
            <a:ext cx="4842106" cy="29352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Afbeelding 2" descr="Afbeelding met wiel, band, transport, fiets&#10;&#10;Door AI gegenereerde inhoud is mogelijk onjuist.">
            <a:extLst>
              <a:ext uri="{FF2B5EF4-FFF2-40B4-BE49-F238E27FC236}">
                <a16:creationId xmlns:a16="http://schemas.microsoft.com/office/drawing/2014/main" id="{64A0E6E8-21B4-2135-8FC2-71735F9D7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570" y="402256"/>
            <a:ext cx="1755776" cy="111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11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CF848-B0AF-DF25-9E7B-FCD274853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BD61F4B-BC9A-E23C-BBD4-B11D74C7D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96" y="358144"/>
            <a:ext cx="10769195" cy="1203813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sz="4000" dirty="0"/>
              <a:t>Model </a:t>
            </a:r>
            <a:r>
              <a:rPr lang="en-US" sz="4000" dirty="0" err="1"/>
              <a:t>Evaluatie</a:t>
            </a:r>
            <a:r>
              <a:rPr lang="en-US" sz="4000" dirty="0"/>
              <a:t> &amp; </a:t>
            </a:r>
            <a:r>
              <a:rPr lang="en-US" sz="4000" dirty="0" err="1"/>
              <a:t>Conclusie</a:t>
            </a:r>
            <a:endParaRPr lang="nl-NL" dirty="0" err="1"/>
          </a:p>
        </p:txBody>
      </p:sp>
      <p:pic>
        <p:nvPicPr>
          <p:cNvPr id="3" name="Afbeelding 2" descr="Afbeelding met wiel, band, transport, fiets&#10;&#10;Door AI gegenereerde inhoud is mogelijk onjuist.">
            <a:extLst>
              <a:ext uri="{FF2B5EF4-FFF2-40B4-BE49-F238E27FC236}">
                <a16:creationId xmlns:a16="http://schemas.microsoft.com/office/drawing/2014/main" id="{34867FC2-6E98-36BF-0F00-F3083EA82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36" y="0"/>
            <a:ext cx="1755776" cy="1110344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77C84B9C-5462-6987-BAAF-DBF151DCEB5F}"/>
              </a:ext>
            </a:extLst>
          </p:cNvPr>
          <p:cNvSpPr txBox="1"/>
          <p:nvPr/>
        </p:nvSpPr>
        <p:spPr>
          <a:xfrm>
            <a:off x="1648399" y="3126997"/>
            <a:ext cx="975678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 err="1"/>
              <a:t>Foutanalyse</a:t>
            </a:r>
            <a:r>
              <a:rPr lang="en-US" b="1" dirty="0"/>
              <a:t> </a:t>
            </a:r>
            <a:r>
              <a:rPr lang="en-US" b="1" dirty="0" err="1"/>
              <a:t>ritduur</a:t>
            </a:r>
            <a:r>
              <a:rPr lang="en-US" b="1" dirty="0"/>
              <a:t>: </a:t>
            </a:r>
            <a:r>
              <a:rPr lang="en-US" dirty="0"/>
              <a:t>Casuals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veel</a:t>
            </a:r>
            <a:r>
              <a:rPr lang="en-US" dirty="0"/>
              <a:t> </a:t>
            </a:r>
            <a:r>
              <a:rPr lang="en-US" dirty="0" err="1"/>
              <a:t>onvoorspelbaarder</a:t>
            </a:r>
            <a:r>
              <a:rPr lang="en-US" dirty="0"/>
              <a:t> dan members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MAE</a:t>
            </a:r>
            <a:r>
              <a:rPr lang="en-US" dirty="0"/>
              <a:t> 6.66 min vs. 2.77 min).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 err="1"/>
              <a:t>Foutanalyse</a:t>
            </a:r>
            <a:r>
              <a:rPr lang="en-US" b="1" dirty="0"/>
              <a:t> </a:t>
            </a:r>
            <a:r>
              <a:rPr lang="en-US" b="1" dirty="0" err="1"/>
              <a:t>vraag</a:t>
            </a:r>
            <a:r>
              <a:rPr lang="en-US" b="1" dirty="0"/>
              <a:t>: </a:t>
            </a:r>
            <a:r>
              <a:rPr lang="en-US" dirty="0"/>
              <a:t>Door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trainen</a:t>
            </a:r>
            <a:r>
              <a:rPr lang="en-US" dirty="0"/>
              <a:t> op 13 </a:t>
            </a:r>
            <a:r>
              <a:rPr lang="en-US" dirty="0" err="1"/>
              <a:t>jaar</a:t>
            </a:r>
            <a:r>
              <a:rPr lang="en-US" dirty="0"/>
              <a:t> data in </a:t>
            </a:r>
            <a:r>
              <a:rPr lang="en-US" dirty="0" err="1"/>
              <a:t>plaats</a:t>
            </a:r>
            <a:r>
              <a:rPr lang="en-US" dirty="0"/>
              <a:t> van 1 </a:t>
            </a:r>
            <a:r>
              <a:rPr lang="en-US" dirty="0" err="1"/>
              <a:t>jaar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daalde</a:t>
            </a:r>
            <a:r>
              <a:rPr lang="en-US" dirty="0"/>
              <a:t> de </a:t>
            </a:r>
            <a:r>
              <a:rPr lang="en-US" dirty="0" err="1"/>
              <a:t>fout</a:t>
            </a:r>
            <a:r>
              <a:rPr lang="en-US" dirty="0"/>
              <a:t> op Thanksgiving van +165% </a:t>
            </a:r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slechts</a:t>
            </a:r>
            <a:r>
              <a:rPr lang="en-US" dirty="0"/>
              <a:t> </a:t>
            </a:r>
            <a:r>
              <a:rPr lang="en-US" b="1" dirty="0"/>
              <a:t>+5%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b="1" dirty="0" err="1"/>
              <a:t>Bewijs</a:t>
            </a:r>
            <a:r>
              <a:rPr lang="en-US" dirty="0"/>
              <a:t>: Meer data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historische</a:t>
            </a:r>
            <a:r>
              <a:rPr lang="en-US" dirty="0"/>
              <a:t> </a:t>
            </a:r>
            <a:r>
              <a:rPr lang="en-US" dirty="0" err="1"/>
              <a:t>feestdagen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 het model </a:t>
            </a:r>
            <a:r>
              <a:rPr lang="en-US" dirty="0" err="1"/>
              <a:t>exponentieel</a:t>
            </a:r>
            <a:r>
              <a:rPr lang="en-US" dirty="0"/>
              <a:t> slimmer.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62697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01E7-51BF-7BCB-2EF4-5823731AA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840" y="343028"/>
            <a:ext cx="10994760" cy="1199787"/>
          </a:xfrm>
        </p:spPr>
        <p:txBody>
          <a:bodyPr>
            <a:normAutofit/>
          </a:bodyPr>
          <a:lstStyle/>
          <a:p>
            <a:r>
              <a:rPr lang="en-US" sz="4000">
                <a:effectLst/>
              </a:rPr>
              <a:t>Struikelblokken ​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A6AE3-71E9-7FDD-F20E-5487E0868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Neural Network Pruning: How to Accelerate Inference with Minimal Accuracy  Loss | Practical ML">
            <a:extLst>
              <a:ext uri="{FF2B5EF4-FFF2-40B4-BE49-F238E27FC236}">
                <a16:creationId xmlns:a16="http://schemas.microsoft.com/office/drawing/2014/main" id="{92F7576C-D75F-6F56-0E4D-420F3A5DF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10457">
            <a:off x="800075" y="2826585"/>
            <a:ext cx="4679659" cy="31197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Afbeelding 6" descr="Afbeelding met schimmel, paddenstoel, Eetbare paddenstoel, Basidiomyceten&#10;&#10;Door AI gegenereerde inhoud is mogelijk onjuist.">
            <a:extLst>
              <a:ext uri="{FF2B5EF4-FFF2-40B4-BE49-F238E27FC236}">
                <a16:creationId xmlns:a16="http://schemas.microsoft.com/office/drawing/2014/main" id="{D87078AE-3C03-A999-4844-AC7B2798E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7664" y="41048"/>
            <a:ext cx="828676" cy="988334"/>
          </a:xfrm>
          <a:prstGeom prst="rect">
            <a:avLst/>
          </a:prstGeom>
        </p:spPr>
      </p:pic>
      <p:pic>
        <p:nvPicPr>
          <p:cNvPr id="8" name="Afbeelding 7" descr="Afbeelding met wiel, band, transport, fiets&#10;&#10;Door AI gegenereerde inhoud is mogelijk onjuist.">
            <a:extLst>
              <a:ext uri="{FF2B5EF4-FFF2-40B4-BE49-F238E27FC236}">
                <a16:creationId xmlns:a16="http://schemas.microsoft.com/office/drawing/2014/main" id="{2AD8037C-487F-6BB5-2378-85C7AAC7E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827" y="533399"/>
            <a:ext cx="1837419" cy="1191987"/>
          </a:xfrm>
          <a:prstGeom prst="rect">
            <a:avLst/>
          </a:prstGeom>
        </p:spPr>
      </p:pic>
      <p:sp>
        <p:nvSpPr>
          <p:cNvPr id="6" name="Tekstvak 4">
            <a:extLst>
              <a:ext uri="{FF2B5EF4-FFF2-40B4-BE49-F238E27FC236}">
                <a16:creationId xmlns:a16="http://schemas.microsoft.com/office/drawing/2014/main" id="{AFC2F109-DBF8-1620-D59E-18148E2F1A31}"/>
              </a:ext>
            </a:extLst>
          </p:cNvPr>
          <p:cNvSpPr txBox="1"/>
          <p:nvPr/>
        </p:nvSpPr>
        <p:spPr>
          <a:xfrm>
            <a:off x="6316145" y="1988747"/>
            <a:ext cx="5723455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600" b="1" dirty="0"/>
              <a:t>Data Volume:</a:t>
            </a:r>
            <a:r>
              <a:rPr lang="en-US" sz="1600" dirty="0"/>
              <a:t> 32.5 GB </a:t>
            </a:r>
            <a:r>
              <a:rPr lang="en-US" sz="1600" dirty="0" err="1"/>
              <a:t>downloaden</a:t>
            </a:r>
            <a:r>
              <a:rPr lang="en-US" sz="1600" dirty="0"/>
              <a:t> </a:t>
            </a:r>
            <a:r>
              <a:rPr lang="en-US" sz="1600" dirty="0" err="1"/>
              <a:t>duurde</a:t>
            </a:r>
            <a:r>
              <a:rPr lang="en-US" sz="1600" dirty="0"/>
              <a:t> lang </a:t>
            </a:r>
            <a:br>
              <a:rPr lang="en-US" sz="1600" dirty="0"/>
            </a:br>
            <a:r>
              <a:rPr lang="en-US" sz="1600" dirty="0"/>
              <a:t>→ </a:t>
            </a:r>
            <a:r>
              <a:rPr lang="en-US" sz="1600" dirty="0" err="1"/>
              <a:t>Opgelost</a:t>
            </a:r>
            <a:r>
              <a:rPr lang="en-US" sz="1600" dirty="0"/>
              <a:t> met </a:t>
            </a:r>
            <a:r>
              <a:rPr lang="en-US" sz="1600" dirty="0" err="1"/>
              <a:t>geautomatiseerde</a:t>
            </a:r>
            <a:r>
              <a:rPr lang="en-US" sz="1600" dirty="0"/>
              <a:t> chunking scripts.</a:t>
            </a:r>
            <a:br>
              <a:rPr lang="en-US" sz="1600" dirty="0"/>
            </a:br>
            <a:br>
              <a:rPr lang="en-US" sz="1600" dirty="0"/>
            </a:br>
            <a:endParaRPr lang="en-US" sz="1600" dirty="0"/>
          </a:p>
          <a:p>
            <a:pPr lvl="0"/>
            <a:r>
              <a:rPr lang="en-US" sz="1600" b="1" dirty="0"/>
              <a:t>Datatypes 2024:</a:t>
            </a:r>
            <a:r>
              <a:rPr lang="en-US" sz="1600" dirty="0"/>
              <a:t> Citi Bike </a:t>
            </a:r>
            <a:r>
              <a:rPr lang="en-US" sz="1600" dirty="0" err="1"/>
              <a:t>splitste</a:t>
            </a:r>
            <a:r>
              <a:rPr lang="en-US" sz="1600" dirty="0"/>
              <a:t> </a:t>
            </a:r>
            <a:r>
              <a:rPr lang="en-US" sz="1600" dirty="0" err="1"/>
              <a:t>plotseling</a:t>
            </a:r>
            <a:r>
              <a:rPr lang="en-US" sz="1600" dirty="0"/>
              <a:t> de datetime </a:t>
            </a:r>
            <a:r>
              <a:rPr lang="en-US" sz="1600" dirty="0" err="1"/>
              <a:t>velden</a:t>
            </a:r>
            <a:r>
              <a:rPr lang="en-US" sz="1600" dirty="0"/>
              <a:t> op </a:t>
            </a:r>
            <a:br>
              <a:rPr lang="en-US" sz="1600" dirty="0"/>
            </a:br>
            <a:r>
              <a:rPr lang="en-US" sz="1600" dirty="0"/>
              <a:t>→ </a:t>
            </a:r>
            <a:r>
              <a:rPr lang="en-US" sz="1600" dirty="0" err="1"/>
              <a:t>Robuuste</a:t>
            </a:r>
            <a:r>
              <a:rPr lang="en-US" sz="1600" dirty="0"/>
              <a:t> parser </a:t>
            </a:r>
            <a:r>
              <a:rPr lang="en-US" sz="1600" dirty="0" err="1"/>
              <a:t>geschreven</a:t>
            </a:r>
            <a:r>
              <a:rPr lang="en-US" sz="1600" dirty="0"/>
              <a:t> die </a:t>
            </a:r>
            <a:r>
              <a:rPr lang="en-US" sz="1600" dirty="0" err="1"/>
              <a:t>beide</a:t>
            </a:r>
            <a:r>
              <a:rPr lang="en-US" sz="1600" dirty="0"/>
              <a:t> schema's </a:t>
            </a:r>
            <a:r>
              <a:rPr lang="en-US" sz="1600" dirty="0" err="1"/>
              <a:t>herkent</a:t>
            </a:r>
            <a:r>
              <a:rPr lang="en-US" sz="1600" dirty="0"/>
              <a:t>.</a:t>
            </a:r>
            <a:br>
              <a:rPr lang="en-US" sz="1600" dirty="0"/>
            </a:br>
            <a:br>
              <a:rPr lang="en-US" sz="1600" dirty="0"/>
            </a:br>
            <a:endParaRPr lang="en-US" sz="1600" dirty="0"/>
          </a:p>
          <a:p>
            <a:pPr lvl="0"/>
            <a:r>
              <a:rPr lang="en-US" sz="1600" b="1" dirty="0"/>
              <a:t>Python 3.13 &amp; </a:t>
            </a:r>
            <a:r>
              <a:rPr lang="en-US" sz="1600" b="1" dirty="0" err="1"/>
              <a:t>PyCaret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 err="1"/>
              <a:t>Conflicten</a:t>
            </a:r>
            <a:r>
              <a:rPr lang="en-US" sz="1600" dirty="0"/>
              <a:t> met C++ libraries </a:t>
            </a:r>
            <a:br>
              <a:rPr lang="en-US" sz="1600" dirty="0"/>
            </a:br>
            <a:r>
              <a:rPr lang="en-US" sz="1600" dirty="0"/>
              <a:t>→ </a:t>
            </a:r>
            <a:r>
              <a:rPr lang="en-US" sz="1600" dirty="0" err="1"/>
              <a:t>Opgelost</a:t>
            </a:r>
            <a:r>
              <a:rPr lang="en-US" sz="1600" dirty="0"/>
              <a:t> via FLAML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gerichte</a:t>
            </a:r>
            <a:r>
              <a:rPr lang="en-US" sz="1600" dirty="0"/>
              <a:t> Scikit-Learn pipelines.</a:t>
            </a:r>
            <a:br>
              <a:rPr lang="en-US" sz="1600" dirty="0"/>
            </a:br>
            <a:br>
              <a:rPr lang="en-US" sz="1600" dirty="0"/>
            </a:br>
            <a:endParaRPr lang="en-US" sz="1600" dirty="0"/>
          </a:p>
          <a:p>
            <a:pPr lvl="0"/>
            <a:r>
              <a:rPr lang="en-US" sz="1600" b="1" dirty="0"/>
              <a:t>Pickle </a:t>
            </a:r>
            <a:r>
              <a:rPr lang="en-US" sz="1600" b="1" dirty="0" err="1"/>
              <a:t>Versieverschil</a:t>
            </a:r>
            <a:r>
              <a:rPr lang="en-US" sz="1600" b="1" dirty="0"/>
              <a:t>:</a:t>
            </a:r>
            <a:r>
              <a:rPr lang="en-US" sz="1600" dirty="0"/>
              <a:t> Model </a:t>
            </a:r>
            <a:r>
              <a:rPr lang="en-US" sz="1600" dirty="0" err="1"/>
              <a:t>getraind</a:t>
            </a:r>
            <a:r>
              <a:rPr lang="en-US" sz="1600" dirty="0"/>
              <a:t> in Scikit-Learn 1.6 </a:t>
            </a:r>
            <a:br>
              <a:rPr lang="en-US" sz="1600" dirty="0"/>
            </a:br>
            <a:r>
              <a:rPr lang="en-US" sz="1600" dirty="0"/>
              <a:t>maar server </a:t>
            </a:r>
            <a:r>
              <a:rPr lang="en-US" sz="1600" dirty="0" err="1"/>
              <a:t>draaide</a:t>
            </a:r>
            <a:r>
              <a:rPr lang="en-US" sz="1600" dirty="0"/>
              <a:t> 1.4 </a:t>
            </a:r>
            <a:br>
              <a:rPr lang="en-US" sz="1600" dirty="0"/>
            </a:br>
            <a:r>
              <a:rPr lang="en-US" sz="1600" dirty="0"/>
              <a:t>→ Model </a:t>
            </a:r>
            <a:r>
              <a:rPr lang="en-US" sz="1600" dirty="0" err="1"/>
              <a:t>netjes</a:t>
            </a:r>
            <a:r>
              <a:rPr lang="en-US" sz="1600" dirty="0"/>
              <a:t> </a:t>
            </a:r>
            <a:r>
              <a:rPr lang="en-US" sz="1600" dirty="0" err="1"/>
              <a:t>hertraind</a:t>
            </a:r>
            <a:r>
              <a:rPr lang="en-US" sz="1600" dirty="0"/>
              <a:t> </a:t>
            </a:r>
            <a:r>
              <a:rPr lang="en-US" sz="1600" dirty="0" err="1"/>
              <a:t>onder</a:t>
            </a:r>
            <a:r>
              <a:rPr lang="en-US" sz="1600" dirty="0"/>
              <a:t> de </a:t>
            </a:r>
            <a:r>
              <a:rPr lang="en-US" sz="1600" dirty="0" err="1"/>
              <a:t>exacte</a:t>
            </a:r>
            <a:r>
              <a:rPr lang="en-US" sz="1600" dirty="0"/>
              <a:t> </a:t>
            </a:r>
            <a:r>
              <a:rPr lang="en-US" sz="1600" dirty="0" err="1"/>
              <a:t>serverversie</a:t>
            </a:r>
            <a:r>
              <a:rPr lang="en-US" sz="1600" dirty="0"/>
              <a:t>.</a:t>
            </a:r>
            <a:br>
              <a:rPr lang="en-US" sz="1600" dirty="0"/>
            </a:br>
            <a:br>
              <a:rPr lang="en-US" sz="1600" dirty="0"/>
            </a:br>
            <a:endParaRPr lang="en-US" sz="1600" dirty="0"/>
          </a:p>
          <a:p>
            <a:pPr lvl="0"/>
            <a:r>
              <a:rPr lang="en-US" sz="1600" b="1" dirty="0"/>
              <a:t>Overfitting:</a:t>
            </a:r>
            <a:r>
              <a:rPr lang="en-US" sz="1600" dirty="0"/>
              <a:t> Bomen </a:t>
            </a:r>
            <a:r>
              <a:rPr lang="en-US" sz="1600" dirty="0" err="1"/>
              <a:t>worden</a:t>
            </a:r>
            <a:r>
              <a:rPr lang="en-US" sz="1600" dirty="0"/>
              <a:t> </a:t>
            </a:r>
            <a:r>
              <a:rPr lang="en-US" sz="1600" dirty="0" err="1"/>
              <a:t>te</a:t>
            </a:r>
            <a:r>
              <a:rPr lang="en-US" sz="1600" dirty="0"/>
              <a:t> </a:t>
            </a:r>
            <a:r>
              <a:rPr lang="en-US" sz="1600" dirty="0" err="1"/>
              <a:t>specifiek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>→ </a:t>
            </a:r>
            <a:r>
              <a:rPr lang="en-US" sz="1600" dirty="0" err="1"/>
              <a:t>Opgelost</a:t>
            </a:r>
            <a:r>
              <a:rPr lang="en-US" sz="1600" dirty="0"/>
              <a:t> met </a:t>
            </a:r>
            <a:r>
              <a:rPr lang="en-US" sz="1600" b="1" dirty="0"/>
              <a:t>Pre-Pruning</a:t>
            </a:r>
            <a:r>
              <a:rPr lang="en-US" sz="1600" dirty="0"/>
              <a:t> (</a:t>
            </a:r>
            <a:r>
              <a:rPr lang="en-US" sz="1600" dirty="0" err="1"/>
              <a:t>max_depth</a:t>
            </a:r>
            <a:r>
              <a:rPr lang="en-US" sz="1600" dirty="0"/>
              <a:t>, </a:t>
            </a:r>
            <a:r>
              <a:rPr lang="en-US" sz="1600" dirty="0" err="1"/>
              <a:t>min_samples_leaf</a:t>
            </a:r>
            <a:r>
              <a:rPr lang="en-US" sz="1600" dirty="0"/>
              <a:t>).</a:t>
            </a:r>
            <a:endParaRPr lang="en-US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86976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9AA16612-59CA-A4B2-99E3-5610400C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96" y="5276675"/>
            <a:ext cx="8561388" cy="1018033"/>
          </a:xfrm>
        </p:spPr>
        <p:txBody>
          <a:bodyPr anchor="ctr">
            <a:normAutofit fontScale="90000"/>
          </a:bodyPr>
          <a:lstStyle/>
          <a:p>
            <a:r>
              <a:rPr lang="nl-BE" dirty="0"/>
              <a:t>Bedankt voor de aandacht !</a:t>
            </a:r>
            <a:br>
              <a:rPr lang="nl-BE" dirty="0"/>
            </a:br>
            <a:r>
              <a:rPr lang="nl-BE" dirty="0"/>
              <a:t>                                            </a:t>
            </a:r>
            <a:r>
              <a:rPr lang="nl-BE" i="1" dirty="0">
                <a:solidFill>
                  <a:schemeClr val="bg1"/>
                </a:solidFill>
              </a:rPr>
              <a:t>Vragen ?</a:t>
            </a:r>
            <a:endParaRPr lang="en-US" i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BDE3C-1987-6C02-7171-1EAF3E9C22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0011">
            <a:off x="6610982" y="374402"/>
            <a:ext cx="4458817" cy="44588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0159314"/>
      </p:ext>
    </p:extLst>
  </p:cSld>
  <p:clrMapOvr>
    <a:masterClrMapping/>
  </p:clrMapOvr>
</p:sld>
</file>

<file path=ppt/theme/theme1.xml><?xml version="1.0" encoding="utf-8"?>
<a:theme xmlns:a="http://schemas.openxmlformats.org/drawingml/2006/main" name="161774-technology-template-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</TotalTime>
  <Words>2800</Words>
  <Application>Microsoft Office PowerPoint</Application>
  <PresentationFormat>Widescreen</PresentationFormat>
  <Paragraphs>308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 Math</vt:lpstr>
      <vt:lpstr>161774-technology-template-16x9</vt:lpstr>
      <vt:lpstr>AI + Cloud (Machine Learning ) Mushrooms &amp; Citi Bike</vt:lpstr>
      <vt:lpstr>Company Presentation</vt:lpstr>
      <vt:lpstr>EDA  Key Patterns &amp; Inzicht</vt:lpstr>
      <vt:lpstr>EDA  Datakwaliteit &amp; Anomalies</vt:lpstr>
      <vt:lpstr>EDA  Verwacht vs Onverwacht</vt:lpstr>
      <vt:lpstr>Scrubbing</vt:lpstr>
      <vt:lpstr>Feature Engineering</vt:lpstr>
      <vt:lpstr> Model Klaarmaken</vt:lpstr>
      <vt:lpstr> Model Vergelijking</vt:lpstr>
      <vt:lpstr> Model Keuze</vt:lpstr>
      <vt:lpstr>Confusion Matrix Threshold Verfijnen</vt:lpstr>
      <vt:lpstr>ROC Curve &amp; Conclusie</vt:lpstr>
      <vt:lpstr>Cloud</vt:lpstr>
      <vt:lpstr>Cloud</vt:lpstr>
      <vt:lpstr>EDA  2 Modellen, 1 Dataset</vt:lpstr>
      <vt:lpstr>EDA  Inzichten &amp; Aggregaties</vt:lpstr>
      <vt:lpstr>EDA  Statistisch Bewijs (Hypotheses)</vt:lpstr>
      <vt:lpstr>Feature Engineering</vt:lpstr>
      <vt:lpstr>  Seizoen &amp; Temperatuur</vt:lpstr>
      <vt:lpstr>  Model 1 – Ritduur</vt:lpstr>
      <vt:lpstr>  Model 2 – Vraag per Zone</vt:lpstr>
      <vt:lpstr>Cloud</vt:lpstr>
      <vt:lpstr>  Model Evaluatie &amp; Conclusie</vt:lpstr>
      <vt:lpstr>Struikelblokken ​</vt:lpstr>
      <vt:lpstr>Bedankt voor de aandacht !                                             Vragen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Dmitrij Tchervonisjenko</cp:lastModifiedBy>
  <cp:revision>612</cp:revision>
  <dcterms:created xsi:type="dcterms:W3CDTF">2026-03-13T14:38:14Z</dcterms:created>
  <dcterms:modified xsi:type="dcterms:W3CDTF">2026-10-14T20:19:15Z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2026-10-09T07:43:24Z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734907a0-1d19-4c47-9910-c1282461533b</vt:lpwstr>
  </property>
  <property fmtid="{D5CDD505-2E9C-101B-9397-08002B2CF9AE}" pid="8" name="MSIP_Label_c337be75-dfbb-4261-9834-ac247c7dde13_ContentBits">
    <vt:lpwstr>0</vt:lpwstr>
  </property>
  <property fmtid="{D5CDD505-2E9C-101B-9397-08002B2CF9AE}" pid="9" name="MSIP_Label_c337be75-dfbb-4261-9834-ac247c7dde13_Tag">
    <vt:lpwstr>10, 3, 0, 1</vt:lpwstr>
  </property>
</Properties>
</file>