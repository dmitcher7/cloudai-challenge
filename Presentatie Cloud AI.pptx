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24"/>
  </p:notesMasterIdLst>
  <p:sldIdLst>
    <p:sldId id="273" r:id="rId2"/>
    <p:sldId id="256" r:id="rId3"/>
    <p:sldId id="258" r:id="rId4"/>
    <p:sldId id="274" r:id="rId5"/>
    <p:sldId id="275" r:id="rId6"/>
    <p:sldId id="276" r:id="rId7"/>
    <p:sldId id="257" r:id="rId8"/>
    <p:sldId id="270" r:id="rId9"/>
    <p:sldId id="260" r:id="rId10"/>
    <p:sldId id="267" r:id="rId11"/>
    <p:sldId id="277" r:id="rId12"/>
    <p:sldId id="265" r:id="rId13"/>
    <p:sldId id="269" r:id="rId14"/>
    <p:sldId id="278" r:id="rId15"/>
    <p:sldId id="286" r:id="rId16"/>
    <p:sldId id="280" r:id="rId17"/>
    <p:sldId id="281" r:id="rId18"/>
    <p:sldId id="282" r:id="rId19"/>
    <p:sldId id="283" r:id="rId20"/>
    <p:sldId id="284" r:id="rId21"/>
    <p:sldId id="285" r:id="rId22"/>
    <p:sldId id="264"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00000-0000-0000-0000-000000000000}" v="249" dt="2026-10-09T10:00:48.359"/>
    <p1510:client id="{3D123F28-4A49-EA65-2FC7-3DEAFC99A1A0}" v="313" dt="2026-10-09T11:30:14.065"/>
    <p1510:client id="{520AC540-1270-BD13-9D66-AEBF168B3714}" v="297" dt="2026-10-09T13:11:54.941"/>
    <p1510:client id="{909B7539-7C6E-9017-0825-00B73F559768}" v="43" dt="2026-10-09T09:06:07.20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72" autoAdjust="0"/>
    <p:restoredTop sz="94660"/>
  </p:normalViewPr>
  <p:slideViewPr>
    <p:cSldViewPr snapToGrid="0">
      <p:cViewPr varScale="1">
        <p:scale>
          <a:sx n="96" d="100"/>
          <a:sy n="96" d="100"/>
        </p:scale>
        <p:origin x="356"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 Id="rId3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mitrij Tchervonisjenko" userId="S::r1058442@student.thomasmore.be::0d35f27d-0d90-48cf-8461-2ca19c47f0a7" providerId="AD" clId="Web-{3D123F28-4A49-EA65-2FC7-3DEAFC99A1A0}"/>
    <pc:docChg chg="addSld delSld modSld sldOrd">
      <pc:chgData name="Dmitrij Tchervonisjenko" userId="S::r1058442@student.thomasmore.be::0d35f27d-0d90-48cf-8461-2ca19c47f0a7" providerId="AD" clId="Web-{3D123F28-4A49-EA65-2FC7-3DEAFC99A1A0}" dt="2026-10-09T11:30:12.971" v="304" actId="20577"/>
      <pc:docMkLst>
        <pc:docMk/>
      </pc:docMkLst>
      <pc:sldChg chg="addSp modSp">
        <pc:chgData name="Dmitrij Tchervonisjenko" userId="S::r1058442@student.thomasmore.be::0d35f27d-0d90-48cf-8461-2ca19c47f0a7" providerId="AD" clId="Web-{3D123F28-4A49-EA65-2FC7-3DEAFC99A1A0}" dt="2026-10-09T10:45:51.723" v="227" actId="1076"/>
        <pc:sldMkLst>
          <pc:docMk/>
          <pc:sldMk cId="1466345236" sldId="257"/>
        </pc:sldMkLst>
        <pc:spChg chg="mod">
          <ac:chgData name="Dmitrij Tchervonisjenko" userId="S::r1058442@student.thomasmore.be::0d35f27d-0d90-48cf-8461-2ca19c47f0a7" providerId="AD" clId="Web-{3D123F28-4A49-EA65-2FC7-3DEAFC99A1A0}" dt="2026-10-09T10:38:34.039" v="161" actId="20577"/>
          <ac:spMkLst>
            <pc:docMk/>
            <pc:sldMk cId="1466345236" sldId="257"/>
            <ac:spMk id="2" creationId="{2892F3AF-D4DD-FB02-A1DB-2074886B4996}"/>
          </ac:spMkLst>
        </pc:spChg>
        <pc:spChg chg="mod">
          <ac:chgData name="Dmitrij Tchervonisjenko" userId="S::r1058442@student.thomasmore.be::0d35f27d-0d90-48cf-8461-2ca19c47f0a7" providerId="AD" clId="Web-{3D123F28-4A49-EA65-2FC7-3DEAFC99A1A0}" dt="2026-10-09T10:45:51.723" v="227" actId="1076"/>
          <ac:spMkLst>
            <pc:docMk/>
            <pc:sldMk cId="1466345236" sldId="257"/>
            <ac:spMk id="3" creationId="{606BA304-0EC7-08B5-A5B5-C044B44F66F2}"/>
          </ac:spMkLst>
        </pc:spChg>
        <pc:picChg chg="add mod">
          <ac:chgData name="Dmitrij Tchervonisjenko" userId="S::r1058442@student.thomasmore.be::0d35f27d-0d90-48cf-8461-2ca19c47f0a7" providerId="AD" clId="Web-{3D123F28-4A49-EA65-2FC7-3DEAFC99A1A0}" dt="2026-10-09T10:38:46.743" v="163" actId="1076"/>
          <ac:picMkLst>
            <pc:docMk/>
            <pc:sldMk cId="1466345236" sldId="257"/>
            <ac:picMk id="5" creationId="{FA6AB92F-09D5-B710-9822-FC202E99F17B}"/>
          </ac:picMkLst>
        </pc:picChg>
      </pc:sldChg>
      <pc:sldChg chg="addSp delSp modSp">
        <pc:chgData name="Dmitrij Tchervonisjenko" userId="S::r1058442@student.thomasmore.be::0d35f27d-0d90-48cf-8461-2ca19c47f0a7" providerId="AD" clId="Web-{3D123F28-4A49-EA65-2FC7-3DEAFC99A1A0}" dt="2026-10-09T10:36:43.067" v="100" actId="1076"/>
        <pc:sldMkLst>
          <pc:docMk/>
          <pc:sldMk cId="654473899" sldId="258"/>
        </pc:sldMkLst>
        <pc:spChg chg="mod">
          <ac:chgData name="Dmitrij Tchervonisjenko" userId="S::r1058442@student.thomasmore.be::0d35f27d-0d90-48cf-8461-2ca19c47f0a7" providerId="AD" clId="Web-{3D123F28-4A49-EA65-2FC7-3DEAFC99A1A0}" dt="2026-10-09T10:35:59.644" v="88" actId="20577"/>
          <ac:spMkLst>
            <pc:docMk/>
            <pc:sldMk cId="654473899" sldId="258"/>
            <ac:spMk id="2" creationId="{FF4B685E-3BA8-5751-B7E9-C380BFB2D0A3}"/>
          </ac:spMkLst>
        </pc:spChg>
        <pc:picChg chg="add del mod">
          <ac:chgData name="Dmitrij Tchervonisjenko" userId="S::r1058442@student.thomasmore.be::0d35f27d-0d90-48cf-8461-2ca19c47f0a7" providerId="AD" clId="Web-{3D123F28-4A49-EA65-2FC7-3DEAFC99A1A0}" dt="2026-10-09T10:35:06.971" v="84"/>
          <ac:picMkLst>
            <pc:docMk/>
            <pc:sldMk cId="654473899" sldId="258"/>
            <ac:picMk id="3" creationId="{CB4BCBCD-CD9D-5B53-7349-12799C21CDE4}"/>
          </ac:picMkLst>
        </pc:picChg>
        <pc:picChg chg="add mod">
          <ac:chgData name="Dmitrij Tchervonisjenko" userId="S::r1058442@student.thomasmore.be::0d35f27d-0d90-48cf-8461-2ca19c47f0a7" providerId="AD" clId="Web-{3D123F28-4A49-EA65-2FC7-3DEAFC99A1A0}" dt="2026-10-09T10:36:43.067" v="100" actId="1076"/>
          <ac:picMkLst>
            <pc:docMk/>
            <pc:sldMk cId="654473899" sldId="258"/>
            <ac:picMk id="4" creationId="{50867963-6D66-FAEB-932E-0B1D20734414}"/>
          </ac:picMkLst>
        </pc:picChg>
      </pc:sldChg>
      <pc:sldChg chg="addSp delSp modSp ord">
        <pc:chgData name="Dmitrij Tchervonisjenko" userId="S::r1058442@student.thomasmore.be::0d35f27d-0d90-48cf-8461-2ca19c47f0a7" providerId="AD" clId="Web-{3D123F28-4A49-EA65-2FC7-3DEAFC99A1A0}" dt="2026-10-09T10:40:15.870" v="186" actId="20577"/>
        <pc:sldMkLst>
          <pc:docMk/>
          <pc:sldMk cId="3249747993" sldId="260"/>
        </pc:sldMkLst>
        <pc:spChg chg="del">
          <ac:chgData name="Dmitrij Tchervonisjenko" userId="S::r1058442@student.thomasmore.be::0d35f27d-0d90-48cf-8461-2ca19c47f0a7" providerId="AD" clId="Web-{3D123F28-4A49-EA65-2FC7-3DEAFC99A1A0}" dt="2026-10-09T10:39:40.744" v="168"/>
          <ac:spMkLst>
            <pc:docMk/>
            <pc:sldMk cId="3249747993" sldId="260"/>
            <ac:spMk id="2" creationId="{14CDFA3B-F61C-6D47-1BE1-A0384C8A8FF3}"/>
          </ac:spMkLst>
        </pc:spChg>
        <pc:spChg chg="mod">
          <ac:chgData name="Dmitrij Tchervonisjenko" userId="S::r1058442@student.thomasmore.be::0d35f27d-0d90-48cf-8461-2ca19c47f0a7" providerId="AD" clId="Web-{3D123F28-4A49-EA65-2FC7-3DEAFC99A1A0}" dt="2026-10-09T10:40:15.870" v="186" actId="20577"/>
          <ac:spMkLst>
            <pc:docMk/>
            <pc:sldMk cId="3249747993" sldId="260"/>
            <ac:spMk id="3" creationId="{B978AD47-BC1C-318E-20B0-BF4FFFCC0233}"/>
          </ac:spMkLst>
        </pc:spChg>
        <pc:spChg chg="add del mod">
          <ac:chgData name="Dmitrij Tchervonisjenko" userId="S::r1058442@student.thomasmore.be::0d35f27d-0d90-48cf-8461-2ca19c47f0a7" providerId="AD" clId="Web-{3D123F28-4A49-EA65-2FC7-3DEAFC99A1A0}" dt="2026-10-09T10:39:45.401" v="173"/>
          <ac:spMkLst>
            <pc:docMk/>
            <pc:sldMk cId="3249747993" sldId="260"/>
            <ac:spMk id="6" creationId="{E5B21718-DF02-2E83-45A4-6B6404DA7E1D}"/>
          </ac:spMkLst>
        </pc:spChg>
        <pc:spChg chg="add del">
          <ac:chgData name="Dmitrij Tchervonisjenko" userId="S::r1058442@student.thomasmore.be::0d35f27d-0d90-48cf-8461-2ca19c47f0a7" providerId="AD" clId="Web-{3D123F28-4A49-EA65-2FC7-3DEAFC99A1A0}" dt="2026-10-09T10:39:44.291" v="172"/>
          <ac:spMkLst>
            <pc:docMk/>
            <pc:sldMk cId="3249747993" sldId="260"/>
            <ac:spMk id="8" creationId="{BC005778-0BB4-8980-D711-67705841091B}"/>
          </ac:spMkLst>
        </pc:spChg>
        <pc:spChg chg="add mod">
          <ac:chgData name="Dmitrij Tchervonisjenko" userId="S::r1058442@student.thomasmore.be::0d35f27d-0d90-48cf-8461-2ca19c47f0a7" providerId="AD" clId="Web-{3D123F28-4A49-EA65-2FC7-3DEAFC99A1A0}" dt="2026-10-09T10:40:11.589" v="184" actId="20577"/>
          <ac:spMkLst>
            <pc:docMk/>
            <pc:sldMk cId="3249747993" sldId="260"/>
            <ac:spMk id="12" creationId="{C837C5C6-D50B-D484-8B6B-6335794223DF}"/>
          </ac:spMkLst>
        </pc:spChg>
        <pc:picChg chg="add del">
          <ac:chgData name="Dmitrij Tchervonisjenko" userId="S::r1058442@student.thomasmore.be::0d35f27d-0d90-48cf-8461-2ca19c47f0a7" providerId="AD" clId="Web-{3D123F28-4A49-EA65-2FC7-3DEAFC99A1A0}" dt="2026-10-09T10:39:44.291" v="171"/>
          <ac:picMkLst>
            <pc:docMk/>
            <pc:sldMk cId="3249747993" sldId="260"/>
            <ac:picMk id="10" creationId="{7CDA26E7-8535-7EB8-F3A4-DD3BC72FB389}"/>
          </ac:picMkLst>
        </pc:picChg>
        <pc:picChg chg="add mod">
          <ac:chgData name="Dmitrij Tchervonisjenko" userId="S::r1058442@student.thomasmore.be::0d35f27d-0d90-48cf-8461-2ca19c47f0a7" providerId="AD" clId="Web-{3D123F28-4A49-EA65-2FC7-3DEAFC99A1A0}" dt="2026-10-09T10:39:57.463" v="177" actId="1076"/>
          <ac:picMkLst>
            <pc:docMk/>
            <pc:sldMk cId="3249747993" sldId="260"/>
            <ac:picMk id="14" creationId="{23A2B032-1DF4-4BF5-0A55-F672A16A0992}"/>
          </ac:picMkLst>
        </pc:picChg>
      </pc:sldChg>
      <pc:sldChg chg="addSp modSp">
        <pc:chgData name="Dmitrij Tchervonisjenko" userId="S::r1058442@student.thomasmore.be::0d35f27d-0d90-48cf-8461-2ca19c47f0a7" providerId="AD" clId="Web-{3D123F28-4A49-EA65-2FC7-3DEAFC99A1A0}" dt="2026-10-09T10:44:27.612" v="225" actId="1076"/>
        <pc:sldMkLst>
          <pc:docMk/>
          <pc:sldMk cId="2586976309" sldId="264"/>
        </pc:sldMkLst>
        <pc:spChg chg="mod">
          <ac:chgData name="Dmitrij Tchervonisjenko" userId="S::r1058442@student.thomasmore.be::0d35f27d-0d90-48cf-8461-2ca19c47f0a7" providerId="AD" clId="Web-{3D123F28-4A49-EA65-2FC7-3DEAFC99A1A0}" dt="2026-10-09T10:42:50.515" v="212" actId="20577"/>
          <ac:spMkLst>
            <pc:docMk/>
            <pc:sldMk cId="2586976309" sldId="264"/>
            <ac:spMk id="2" creationId="{FFF501E7-51BF-7BCB-2EF4-5823731AACC6}"/>
          </ac:spMkLst>
        </pc:spChg>
        <pc:picChg chg="add mod">
          <ac:chgData name="Dmitrij Tchervonisjenko" userId="S::r1058442@student.thomasmore.be::0d35f27d-0d90-48cf-8461-2ca19c47f0a7" providerId="AD" clId="Web-{3D123F28-4A49-EA65-2FC7-3DEAFC99A1A0}" dt="2026-10-09T10:44:19.096" v="222" actId="1076"/>
          <ac:picMkLst>
            <pc:docMk/>
            <pc:sldMk cId="2586976309" sldId="264"/>
            <ac:picMk id="7" creationId="{D87078AE-3C03-A999-4844-AC7B2798E644}"/>
          </ac:picMkLst>
        </pc:picChg>
        <pc:picChg chg="add mod">
          <ac:chgData name="Dmitrij Tchervonisjenko" userId="S::r1058442@student.thomasmore.be::0d35f27d-0d90-48cf-8461-2ca19c47f0a7" providerId="AD" clId="Web-{3D123F28-4A49-EA65-2FC7-3DEAFC99A1A0}" dt="2026-10-09T10:44:27.612" v="225" actId="1076"/>
          <ac:picMkLst>
            <pc:docMk/>
            <pc:sldMk cId="2586976309" sldId="264"/>
            <ac:picMk id="8" creationId="{2AD8037C-487F-6BB5-2378-85C7AAC7E6AF}"/>
          </ac:picMkLst>
        </pc:picChg>
      </pc:sldChg>
      <pc:sldChg chg="addSp modSp">
        <pc:chgData name="Dmitrij Tchervonisjenko" userId="S::r1058442@student.thomasmore.be::0d35f27d-0d90-48cf-8461-2ca19c47f0a7" providerId="AD" clId="Web-{3D123F28-4A49-EA65-2FC7-3DEAFC99A1A0}" dt="2026-10-09T10:42:01.233" v="204" actId="1076"/>
        <pc:sldMkLst>
          <pc:docMk/>
          <pc:sldMk cId="529173759" sldId="265"/>
        </pc:sldMkLst>
        <pc:picChg chg="add mod">
          <ac:chgData name="Dmitrij Tchervonisjenko" userId="S::r1058442@student.thomasmore.be::0d35f27d-0d90-48cf-8461-2ca19c47f0a7" providerId="AD" clId="Web-{3D123F28-4A49-EA65-2FC7-3DEAFC99A1A0}" dt="2026-10-09T10:42:01.233" v="204" actId="1076"/>
          <ac:picMkLst>
            <pc:docMk/>
            <pc:sldMk cId="529173759" sldId="265"/>
            <ac:picMk id="5" creationId="{2CBF6AEC-6F2B-38F4-12CF-BF62E1651C96}"/>
          </ac:picMkLst>
        </pc:picChg>
      </pc:sldChg>
      <pc:sldChg chg="addSp delSp modSp ord">
        <pc:chgData name="Dmitrij Tchervonisjenko" userId="S::r1058442@student.thomasmore.be::0d35f27d-0d90-48cf-8461-2ca19c47f0a7" providerId="AD" clId="Web-{3D123F28-4A49-EA65-2FC7-3DEAFC99A1A0}" dt="2026-10-09T10:41:01.434" v="193" actId="20577"/>
        <pc:sldMkLst>
          <pc:docMk/>
          <pc:sldMk cId="4010030820" sldId="267"/>
        </pc:sldMkLst>
        <pc:spChg chg="del">
          <ac:chgData name="Dmitrij Tchervonisjenko" userId="S::r1058442@student.thomasmore.be::0d35f27d-0d90-48cf-8461-2ca19c47f0a7" providerId="AD" clId="Web-{3D123F28-4A49-EA65-2FC7-3DEAFC99A1A0}" dt="2026-10-09T10:40:51.356" v="189"/>
          <ac:spMkLst>
            <pc:docMk/>
            <pc:sldMk cId="4010030820" sldId="267"/>
            <ac:spMk id="2" creationId="{51D7749A-DF52-0187-9463-296EFE672807}"/>
          </ac:spMkLst>
        </pc:spChg>
        <pc:spChg chg="add del mod">
          <ac:chgData name="Dmitrij Tchervonisjenko" userId="S::r1058442@student.thomasmore.be::0d35f27d-0d90-48cf-8461-2ca19c47f0a7" providerId="AD" clId="Web-{3D123F28-4A49-EA65-2FC7-3DEAFC99A1A0}" dt="2026-10-09T10:40:53.074" v="190"/>
          <ac:spMkLst>
            <pc:docMk/>
            <pc:sldMk cId="4010030820" sldId="267"/>
            <ac:spMk id="5" creationId="{CD11AB5A-A5AB-5E4A-B078-48C1AEEA811D}"/>
          </ac:spMkLst>
        </pc:spChg>
        <pc:spChg chg="add mod">
          <ac:chgData name="Dmitrij Tchervonisjenko" userId="S::r1058442@student.thomasmore.be::0d35f27d-0d90-48cf-8461-2ca19c47f0a7" providerId="AD" clId="Web-{3D123F28-4A49-EA65-2FC7-3DEAFC99A1A0}" dt="2026-10-09T10:41:01.434" v="193" actId="20577"/>
          <ac:spMkLst>
            <pc:docMk/>
            <pc:sldMk cId="4010030820" sldId="267"/>
            <ac:spMk id="7" creationId="{1335C75B-D919-C7A6-154F-FE5F9D8AA40F}"/>
          </ac:spMkLst>
        </pc:spChg>
        <pc:picChg chg="add">
          <ac:chgData name="Dmitrij Tchervonisjenko" userId="S::r1058442@student.thomasmore.be::0d35f27d-0d90-48cf-8461-2ca19c47f0a7" providerId="AD" clId="Web-{3D123F28-4A49-EA65-2FC7-3DEAFC99A1A0}" dt="2026-10-09T10:40:54.246" v="192"/>
          <ac:picMkLst>
            <pc:docMk/>
            <pc:sldMk cId="4010030820" sldId="267"/>
            <ac:picMk id="9" creationId="{A70F2CE0-3E24-F929-D1F9-391AD98F5BD5}"/>
          </ac:picMkLst>
        </pc:picChg>
      </pc:sldChg>
      <pc:sldChg chg="addSp modSp">
        <pc:chgData name="Dmitrij Tchervonisjenko" userId="S::r1058442@student.thomasmore.be::0d35f27d-0d90-48cf-8461-2ca19c47f0a7" providerId="AD" clId="Web-{3D123F28-4A49-EA65-2FC7-3DEAFC99A1A0}" dt="2026-10-09T10:42:20.092" v="206" actId="1076"/>
        <pc:sldMkLst>
          <pc:docMk/>
          <pc:sldMk cId="3019741855" sldId="269"/>
        </pc:sldMkLst>
        <pc:picChg chg="add mod">
          <ac:chgData name="Dmitrij Tchervonisjenko" userId="S::r1058442@student.thomasmore.be::0d35f27d-0d90-48cf-8461-2ca19c47f0a7" providerId="AD" clId="Web-{3D123F28-4A49-EA65-2FC7-3DEAFC99A1A0}" dt="2026-10-09T10:42:20.092" v="206" actId="1076"/>
          <ac:picMkLst>
            <pc:docMk/>
            <pc:sldMk cId="3019741855" sldId="269"/>
            <ac:picMk id="5" creationId="{0B725842-DD69-4679-57F7-59A4B2C4882B}"/>
          </ac:picMkLst>
        </pc:picChg>
      </pc:sldChg>
      <pc:sldChg chg="addSp modSp ord">
        <pc:chgData name="Dmitrij Tchervonisjenko" userId="S::r1058442@student.thomasmore.be::0d35f27d-0d90-48cf-8461-2ca19c47f0a7" providerId="AD" clId="Web-{3D123F28-4A49-EA65-2FC7-3DEAFC99A1A0}" dt="2026-10-09T10:38:57.040" v="165" actId="1076"/>
        <pc:sldMkLst>
          <pc:docMk/>
          <pc:sldMk cId="829552726" sldId="270"/>
        </pc:sldMkLst>
        <pc:picChg chg="add mod">
          <ac:chgData name="Dmitrij Tchervonisjenko" userId="S::r1058442@student.thomasmore.be::0d35f27d-0d90-48cf-8461-2ca19c47f0a7" providerId="AD" clId="Web-{3D123F28-4A49-EA65-2FC7-3DEAFC99A1A0}" dt="2026-10-09T10:38:57.040" v="165" actId="1076"/>
          <ac:picMkLst>
            <pc:docMk/>
            <pc:sldMk cId="829552726" sldId="270"/>
            <ac:picMk id="7" creationId="{B2875EBC-19B5-28F1-8124-97F8ADB86417}"/>
          </ac:picMkLst>
        </pc:picChg>
      </pc:sldChg>
      <pc:sldChg chg="modSp">
        <pc:chgData name="Dmitrij Tchervonisjenko" userId="S::r1058442@student.thomasmore.be::0d35f27d-0d90-48cf-8461-2ca19c47f0a7" providerId="AD" clId="Web-{3D123F28-4A49-EA65-2FC7-3DEAFC99A1A0}" dt="2026-10-09T10:30:48.541" v="33" actId="20577"/>
        <pc:sldMkLst>
          <pc:docMk/>
          <pc:sldMk cId="2000137539" sldId="273"/>
        </pc:sldMkLst>
        <pc:spChg chg="mod">
          <ac:chgData name="Dmitrij Tchervonisjenko" userId="S::r1058442@student.thomasmore.be::0d35f27d-0d90-48cf-8461-2ca19c47f0a7" providerId="AD" clId="Web-{3D123F28-4A49-EA65-2FC7-3DEAFC99A1A0}" dt="2026-10-09T10:30:48.541" v="33" actId="20577"/>
          <ac:spMkLst>
            <pc:docMk/>
            <pc:sldMk cId="2000137539" sldId="273"/>
            <ac:spMk id="5" creationId="{2B1C3FE0-5895-8884-2D5A-EA445C365F76}"/>
          </ac:spMkLst>
        </pc:spChg>
      </pc:sldChg>
      <pc:sldChg chg="addSp delSp modSp">
        <pc:chgData name="Dmitrij Tchervonisjenko" userId="S::r1058442@student.thomasmore.be::0d35f27d-0d90-48cf-8461-2ca19c47f0a7" providerId="AD" clId="Web-{3D123F28-4A49-EA65-2FC7-3DEAFC99A1A0}" dt="2026-10-09T10:37:26.631" v="121" actId="20577"/>
        <pc:sldMkLst>
          <pc:docMk/>
          <pc:sldMk cId="3952573604" sldId="274"/>
        </pc:sldMkLst>
        <pc:spChg chg="del mod">
          <ac:chgData name="Dmitrij Tchervonisjenko" userId="S::r1058442@student.thomasmore.be::0d35f27d-0d90-48cf-8461-2ca19c47f0a7" providerId="AD" clId="Web-{3D123F28-4A49-EA65-2FC7-3DEAFC99A1A0}" dt="2026-10-09T10:36:54.286" v="101"/>
          <ac:spMkLst>
            <pc:docMk/>
            <pc:sldMk cId="3952573604" sldId="274"/>
            <ac:spMk id="6" creationId="{5A383F4D-40D1-5CD6-C70F-B93CB7B63D81}"/>
          </ac:spMkLst>
        </pc:spChg>
        <pc:spChg chg="add del mod">
          <ac:chgData name="Dmitrij Tchervonisjenko" userId="S::r1058442@student.thomasmore.be::0d35f27d-0d90-48cf-8461-2ca19c47f0a7" providerId="AD" clId="Web-{3D123F28-4A49-EA65-2FC7-3DEAFC99A1A0}" dt="2026-10-09T10:36:58.755" v="103"/>
          <ac:spMkLst>
            <pc:docMk/>
            <pc:sldMk cId="3952573604" sldId="274"/>
            <ac:spMk id="8" creationId="{FD55BC89-583F-D633-2F4B-5676D19F0346}"/>
          </ac:spMkLst>
        </pc:spChg>
        <pc:spChg chg="add mod">
          <ac:chgData name="Dmitrij Tchervonisjenko" userId="S::r1058442@student.thomasmore.be::0d35f27d-0d90-48cf-8461-2ca19c47f0a7" providerId="AD" clId="Web-{3D123F28-4A49-EA65-2FC7-3DEAFC99A1A0}" dt="2026-10-09T10:37:26.631" v="121" actId="20577"/>
          <ac:spMkLst>
            <pc:docMk/>
            <pc:sldMk cId="3952573604" sldId="274"/>
            <ac:spMk id="10" creationId="{C80610DB-7C6B-790E-92AA-56659F4064E6}"/>
          </ac:spMkLst>
        </pc:spChg>
        <pc:picChg chg="add del mod">
          <ac:chgData name="Dmitrij Tchervonisjenko" userId="S::r1058442@student.thomasmore.be::0d35f27d-0d90-48cf-8461-2ca19c47f0a7" providerId="AD" clId="Web-{3D123F28-4A49-EA65-2FC7-3DEAFC99A1A0}" dt="2026-10-09T10:36:20.020" v="96"/>
          <ac:picMkLst>
            <pc:docMk/>
            <pc:sldMk cId="3952573604" sldId="274"/>
            <ac:picMk id="3" creationId="{6269AF3C-2FE7-3961-D4FB-3677CB476E3B}"/>
          </ac:picMkLst>
        </pc:picChg>
        <pc:picChg chg="add del">
          <ac:chgData name="Dmitrij Tchervonisjenko" userId="S::r1058442@student.thomasmore.be::0d35f27d-0d90-48cf-8461-2ca19c47f0a7" providerId="AD" clId="Web-{3D123F28-4A49-EA65-2FC7-3DEAFC99A1A0}" dt="2026-10-09T10:36:56.380" v="102"/>
          <ac:picMkLst>
            <pc:docMk/>
            <pc:sldMk cId="3952573604" sldId="274"/>
            <ac:picMk id="5" creationId="{C24595B2-3279-AC8C-E7AD-18DFD6C4633B}"/>
          </ac:picMkLst>
        </pc:picChg>
        <pc:picChg chg="add">
          <ac:chgData name="Dmitrij Tchervonisjenko" userId="S::r1058442@student.thomasmore.be::0d35f27d-0d90-48cf-8461-2ca19c47f0a7" providerId="AD" clId="Web-{3D123F28-4A49-EA65-2FC7-3DEAFC99A1A0}" dt="2026-10-09T10:36:59.724" v="105"/>
          <ac:picMkLst>
            <pc:docMk/>
            <pc:sldMk cId="3952573604" sldId="274"/>
            <ac:picMk id="12" creationId="{808B04CF-459E-309D-D09A-7A7259F7D638}"/>
          </ac:picMkLst>
        </pc:picChg>
      </pc:sldChg>
      <pc:sldChg chg="addSp delSp modSp">
        <pc:chgData name="Dmitrij Tchervonisjenko" userId="S::r1058442@student.thomasmore.be::0d35f27d-0d90-48cf-8461-2ca19c47f0a7" providerId="AD" clId="Web-{3D123F28-4A49-EA65-2FC7-3DEAFC99A1A0}" dt="2026-10-09T10:38:04.632" v="140" actId="20577"/>
        <pc:sldMkLst>
          <pc:docMk/>
          <pc:sldMk cId="3938891634" sldId="275"/>
        </pc:sldMkLst>
        <pc:spChg chg="add del mod">
          <ac:chgData name="Dmitrij Tchervonisjenko" userId="S::r1058442@student.thomasmore.be::0d35f27d-0d90-48cf-8461-2ca19c47f0a7" providerId="AD" clId="Web-{3D123F28-4A49-EA65-2FC7-3DEAFC99A1A0}" dt="2026-10-09T10:37:42.975" v="129"/>
          <ac:spMkLst>
            <pc:docMk/>
            <pc:sldMk cId="3938891634" sldId="275"/>
            <ac:spMk id="3" creationId="{91256E0E-1E65-1EFD-E5D9-9008815DA081}"/>
          </ac:spMkLst>
        </pc:spChg>
        <pc:spChg chg="add del mod">
          <ac:chgData name="Dmitrij Tchervonisjenko" userId="S::r1058442@student.thomasmore.be::0d35f27d-0d90-48cf-8461-2ca19c47f0a7" providerId="AD" clId="Web-{3D123F28-4A49-EA65-2FC7-3DEAFC99A1A0}" dt="2026-10-09T10:37:41.022" v="128"/>
          <ac:spMkLst>
            <pc:docMk/>
            <pc:sldMk cId="3938891634" sldId="275"/>
            <ac:spMk id="5" creationId="{686B3A83-8503-0395-4641-3D2204E2EE1D}"/>
          </ac:spMkLst>
        </pc:spChg>
        <pc:spChg chg="del mod">
          <ac:chgData name="Dmitrij Tchervonisjenko" userId="S::r1058442@student.thomasmore.be::0d35f27d-0d90-48cf-8461-2ca19c47f0a7" providerId="AD" clId="Web-{3D123F28-4A49-EA65-2FC7-3DEAFC99A1A0}" dt="2026-10-09T10:37:33.037" v="122"/>
          <ac:spMkLst>
            <pc:docMk/>
            <pc:sldMk cId="3938891634" sldId="275"/>
            <ac:spMk id="6" creationId="{CE938BD5-2256-7FC9-2FDC-CA2DBD859504}"/>
          </ac:spMkLst>
        </pc:spChg>
        <pc:spChg chg="add mod">
          <ac:chgData name="Dmitrij Tchervonisjenko" userId="S::r1058442@student.thomasmore.be::0d35f27d-0d90-48cf-8461-2ca19c47f0a7" providerId="AD" clId="Web-{3D123F28-4A49-EA65-2FC7-3DEAFC99A1A0}" dt="2026-10-09T10:38:04.632" v="140" actId="20577"/>
          <ac:spMkLst>
            <pc:docMk/>
            <pc:sldMk cId="3938891634" sldId="275"/>
            <ac:spMk id="10" creationId="{7E33D291-2E68-CE91-E41D-C0EB42D6B72D}"/>
          </ac:spMkLst>
        </pc:spChg>
        <pc:picChg chg="add del">
          <ac:chgData name="Dmitrij Tchervonisjenko" userId="S::r1058442@student.thomasmore.be::0d35f27d-0d90-48cf-8461-2ca19c47f0a7" providerId="AD" clId="Web-{3D123F28-4A49-EA65-2FC7-3DEAFC99A1A0}" dt="2026-10-09T10:37:41.022" v="127"/>
          <ac:picMkLst>
            <pc:docMk/>
            <pc:sldMk cId="3938891634" sldId="275"/>
            <ac:picMk id="8" creationId="{B6FEDF31-D930-2A01-554F-1722CD95D309}"/>
          </ac:picMkLst>
        </pc:picChg>
        <pc:picChg chg="add">
          <ac:chgData name="Dmitrij Tchervonisjenko" userId="S::r1058442@student.thomasmore.be::0d35f27d-0d90-48cf-8461-2ca19c47f0a7" providerId="AD" clId="Web-{3D123F28-4A49-EA65-2FC7-3DEAFC99A1A0}" dt="2026-10-09T10:37:44.022" v="131"/>
          <ac:picMkLst>
            <pc:docMk/>
            <pc:sldMk cId="3938891634" sldId="275"/>
            <ac:picMk id="12" creationId="{518FD293-377D-CDBE-4DA9-1AEEC52E78C7}"/>
          </ac:picMkLst>
        </pc:picChg>
      </pc:sldChg>
      <pc:sldChg chg="addSp delSp modSp">
        <pc:chgData name="Dmitrij Tchervonisjenko" userId="S::r1058442@student.thomasmore.be::0d35f27d-0d90-48cf-8461-2ca19c47f0a7" providerId="AD" clId="Web-{3D123F28-4A49-EA65-2FC7-3DEAFC99A1A0}" dt="2026-10-09T10:38:22.086" v="160" actId="20577"/>
        <pc:sldMkLst>
          <pc:docMk/>
          <pc:sldMk cId="1828868381" sldId="276"/>
        </pc:sldMkLst>
        <pc:spChg chg="add del mod">
          <ac:chgData name="Dmitrij Tchervonisjenko" userId="S::r1058442@student.thomasmore.be::0d35f27d-0d90-48cf-8461-2ca19c47f0a7" providerId="AD" clId="Web-{3D123F28-4A49-EA65-2FC7-3DEAFC99A1A0}" dt="2026-10-09T10:38:10.554" v="142"/>
          <ac:spMkLst>
            <pc:docMk/>
            <pc:sldMk cId="1828868381" sldId="276"/>
            <ac:spMk id="3" creationId="{D79119BB-8072-3378-DCE8-7DACF93BBDEB}"/>
          </ac:spMkLst>
        </pc:spChg>
        <pc:spChg chg="add mod">
          <ac:chgData name="Dmitrij Tchervonisjenko" userId="S::r1058442@student.thomasmore.be::0d35f27d-0d90-48cf-8461-2ca19c47f0a7" providerId="AD" clId="Web-{3D123F28-4A49-EA65-2FC7-3DEAFC99A1A0}" dt="2026-10-09T10:38:22.086" v="160" actId="20577"/>
          <ac:spMkLst>
            <pc:docMk/>
            <pc:sldMk cId="1828868381" sldId="276"/>
            <ac:spMk id="5" creationId="{2809ADC8-4411-B56A-A411-662E24C044F6}"/>
          </ac:spMkLst>
        </pc:spChg>
        <pc:spChg chg="del mod">
          <ac:chgData name="Dmitrij Tchervonisjenko" userId="S::r1058442@student.thomasmore.be::0d35f27d-0d90-48cf-8461-2ca19c47f0a7" providerId="AD" clId="Web-{3D123F28-4A49-EA65-2FC7-3DEAFC99A1A0}" dt="2026-10-09T10:38:08.007" v="141"/>
          <ac:spMkLst>
            <pc:docMk/>
            <pc:sldMk cId="1828868381" sldId="276"/>
            <ac:spMk id="6" creationId="{098C74EC-5809-52A4-E846-1D8A48F5A57A}"/>
          </ac:spMkLst>
        </pc:spChg>
        <pc:picChg chg="add">
          <ac:chgData name="Dmitrij Tchervonisjenko" userId="S::r1058442@student.thomasmore.be::0d35f27d-0d90-48cf-8461-2ca19c47f0a7" providerId="AD" clId="Web-{3D123F28-4A49-EA65-2FC7-3DEAFC99A1A0}" dt="2026-10-09T10:38:11.617" v="144"/>
          <ac:picMkLst>
            <pc:docMk/>
            <pc:sldMk cId="1828868381" sldId="276"/>
            <ac:picMk id="8" creationId="{95AA3B62-A2D9-7840-8147-98983D1BB443}"/>
          </ac:picMkLst>
        </pc:picChg>
      </pc:sldChg>
      <pc:sldChg chg="addSp delSp modSp">
        <pc:chgData name="Dmitrij Tchervonisjenko" userId="S::r1058442@student.thomasmore.be::0d35f27d-0d90-48cf-8461-2ca19c47f0a7" providerId="AD" clId="Web-{3D123F28-4A49-EA65-2FC7-3DEAFC99A1A0}" dt="2026-10-09T10:41:42.138" v="202" actId="20577"/>
        <pc:sldMkLst>
          <pc:docMk/>
          <pc:sldMk cId="2299036286" sldId="277"/>
        </pc:sldMkLst>
        <pc:spChg chg="del">
          <ac:chgData name="Dmitrij Tchervonisjenko" userId="S::r1058442@student.thomasmore.be::0d35f27d-0d90-48cf-8461-2ca19c47f0a7" providerId="AD" clId="Web-{3D123F28-4A49-EA65-2FC7-3DEAFC99A1A0}" dt="2026-10-09T10:41:35.076" v="198"/>
          <ac:spMkLst>
            <pc:docMk/>
            <pc:sldMk cId="2299036286" sldId="277"/>
            <ac:spMk id="2" creationId="{1AAF9F68-BFFB-88EA-C51E-022006EE495E}"/>
          </ac:spMkLst>
        </pc:spChg>
        <pc:spChg chg="add del mod">
          <ac:chgData name="Dmitrij Tchervonisjenko" userId="S::r1058442@student.thomasmore.be::0d35f27d-0d90-48cf-8461-2ca19c47f0a7" providerId="AD" clId="Web-{3D123F28-4A49-EA65-2FC7-3DEAFC99A1A0}" dt="2026-10-09T10:41:36.451" v="199"/>
          <ac:spMkLst>
            <pc:docMk/>
            <pc:sldMk cId="2299036286" sldId="277"/>
            <ac:spMk id="5" creationId="{9D7C273B-0EF0-85B8-D11B-09A5074733A0}"/>
          </ac:spMkLst>
        </pc:spChg>
        <pc:spChg chg="add mod">
          <ac:chgData name="Dmitrij Tchervonisjenko" userId="S::r1058442@student.thomasmore.be::0d35f27d-0d90-48cf-8461-2ca19c47f0a7" providerId="AD" clId="Web-{3D123F28-4A49-EA65-2FC7-3DEAFC99A1A0}" dt="2026-10-09T10:41:42.138" v="202" actId="20577"/>
          <ac:spMkLst>
            <pc:docMk/>
            <pc:sldMk cId="2299036286" sldId="277"/>
            <ac:spMk id="7" creationId="{7D558D0E-A2DD-7D4D-3954-6A40B4C51881}"/>
          </ac:spMkLst>
        </pc:spChg>
        <pc:picChg chg="add">
          <ac:chgData name="Dmitrij Tchervonisjenko" userId="S::r1058442@student.thomasmore.be::0d35f27d-0d90-48cf-8461-2ca19c47f0a7" providerId="AD" clId="Web-{3D123F28-4A49-EA65-2FC7-3DEAFC99A1A0}" dt="2026-10-09T10:41:37.654" v="201"/>
          <ac:picMkLst>
            <pc:docMk/>
            <pc:sldMk cId="2299036286" sldId="277"/>
            <ac:picMk id="9" creationId="{EB346EB4-8900-461D-4D62-0B70EA2EDB69}"/>
          </ac:picMkLst>
        </pc:picChg>
      </pc:sldChg>
      <pc:sldChg chg="addSp modSp">
        <pc:chgData name="Dmitrij Tchervonisjenko" userId="S::r1058442@student.thomasmore.be::0d35f27d-0d90-48cf-8461-2ca19c47f0a7" providerId="AD" clId="Web-{3D123F28-4A49-EA65-2FC7-3DEAFC99A1A0}" dt="2026-10-09T10:42:34.327" v="208" actId="1076"/>
        <pc:sldMkLst>
          <pc:docMk/>
          <pc:sldMk cId="3286183153" sldId="278"/>
        </pc:sldMkLst>
        <pc:picChg chg="add mod">
          <ac:chgData name="Dmitrij Tchervonisjenko" userId="S::r1058442@student.thomasmore.be::0d35f27d-0d90-48cf-8461-2ca19c47f0a7" providerId="AD" clId="Web-{3D123F28-4A49-EA65-2FC7-3DEAFC99A1A0}" dt="2026-10-09T10:42:34.327" v="208" actId="1076"/>
          <ac:picMkLst>
            <pc:docMk/>
            <pc:sldMk cId="3286183153" sldId="278"/>
            <ac:picMk id="12" creationId="{CD79802A-B60A-1B98-5CAA-676EE2311156}"/>
          </ac:picMkLst>
        </pc:picChg>
      </pc:sldChg>
      <pc:sldChg chg="addSp delSp modSp add del ord replId">
        <pc:chgData name="Dmitrij Tchervonisjenko" userId="S::r1058442@student.thomasmore.be::0d35f27d-0d90-48cf-8461-2ca19c47f0a7" providerId="AD" clId="Web-{3D123F28-4A49-EA65-2FC7-3DEAFC99A1A0}" dt="2026-10-09T11:00:41.702" v="241"/>
        <pc:sldMkLst>
          <pc:docMk/>
          <pc:sldMk cId="990449945" sldId="279"/>
        </pc:sldMkLst>
        <pc:picChg chg="add mod">
          <ac:chgData name="Dmitrij Tchervonisjenko" userId="S::r1058442@student.thomasmore.be::0d35f27d-0d90-48cf-8461-2ca19c47f0a7" providerId="AD" clId="Web-{3D123F28-4A49-EA65-2FC7-3DEAFC99A1A0}" dt="2026-10-09T10:58:05.994" v="236" actId="1076"/>
          <ac:picMkLst>
            <pc:docMk/>
            <pc:sldMk cId="990449945" sldId="279"/>
            <ac:picMk id="3" creationId="{DDD6FEF9-429A-DCBF-3C36-77FBE8262699}"/>
          </ac:picMkLst>
        </pc:picChg>
        <pc:picChg chg="del">
          <ac:chgData name="Dmitrij Tchervonisjenko" userId="S::r1058442@student.thomasmore.be::0d35f27d-0d90-48cf-8461-2ca19c47f0a7" providerId="AD" clId="Web-{3D123F28-4A49-EA65-2FC7-3DEAFC99A1A0}" dt="2026-10-09T10:57:46.338" v="230"/>
          <ac:picMkLst>
            <pc:docMk/>
            <pc:sldMk cId="990449945" sldId="279"/>
            <ac:picMk id="4" creationId="{0D962765-EC3D-F71A-8C4D-CFDB20CE1B8F}"/>
          </ac:picMkLst>
        </pc:picChg>
      </pc:sldChg>
      <pc:sldChg chg="modSp add del ord replId">
        <pc:chgData name="Dmitrij Tchervonisjenko" userId="S::r1058442@student.thomasmore.be::0d35f27d-0d90-48cf-8461-2ca19c47f0a7" providerId="AD" clId="Web-{3D123F28-4A49-EA65-2FC7-3DEAFC99A1A0}" dt="2026-10-09T10:41:18.638" v="195"/>
        <pc:sldMkLst>
          <pc:docMk/>
          <pc:sldMk cId="1575458627" sldId="279"/>
        </pc:sldMkLst>
        <pc:spChg chg="mod">
          <ac:chgData name="Dmitrij Tchervonisjenko" userId="S::r1058442@student.thomasmore.be::0d35f27d-0d90-48cf-8461-2ca19c47f0a7" providerId="AD" clId="Web-{3D123F28-4A49-EA65-2FC7-3DEAFC99A1A0}" dt="2026-10-09T10:31:01.792" v="35" actId="20577"/>
          <ac:spMkLst>
            <pc:docMk/>
            <pc:sldMk cId="1575458627" sldId="279"/>
            <ac:spMk id="6" creationId="{AEFD6E67-22D6-14CB-DFB4-03AC8BF92EF9}"/>
          </ac:spMkLst>
        </pc:spChg>
      </pc:sldChg>
      <pc:sldChg chg="add del ord replId">
        <pc:chgData name="Dmitrij Tchervonisjenko" userId="S::r1058442@student.thomasmore.be::0d35f27d-0d90-48cf-8461-2ca19c47f0a7" providerId="AD" clId="Web-{3D123F28-4A49-EA65-2FC7-3DEAFC99A1A0}" dt="2026-10-09T10:41:15.622" v="194"/>
        <pc:sldMkLst>
          <pc:docMk/>
          <pc:sldMk cId="1498415839" sldId="280"/>
        </pc:sldMkLst>
      </pc:sldChg>
      <pc:sldChg chg="addSp delSp modSp add ord replId">
        <pc:chgData name="Dmitrij Tchervonisjenko" userId="S::r1058442@student.thomasmore.be::0d35f27d-0d90-48cf-8461-2ca19c47f0a7" providerId="AD" clId="Web-{3D123F28-4A49-EA65-2FC7-3DEAFC99A1A0}" dt="2026-10-09T11:23:16.756" v="255" actId="20577"/>
        <pc:sldMkLst>
          <pc:docMk/>
          <pc:sldMk cId="3950524141" sldId="280"/>
        </pc:sldMkLst>
        <pc:spChg chg="add mod">
          <ac:chgData name="Dmitrij Tchervonisjenko" userId="S::r1058442@student.thomasmore.be::0d35f27d-0d90-48cf-8461-2ca19c47f0a7" providerId="AD" clId="Web-{3D123F28-4A49-EA65-2FC7-3DEAFC99A1A0}" dt="2026-10-09T11:23:16.756" v="255" actId="20577"/>
          <ac:spMkLst>
            <pc:docMk/>
            <pc:sldMk cId="3950524141" sldId="280"/>
            <ac:spMk id="4" creationId="{5F1BC622-C097-2B14-1C5C-3AFE6B6880FD}"/>
          </ac:spMkLst>
        </pc:spChg>
        <pc:spChg chg="mod">
          <ac:chgData name="Dmitrij Tchervonisjenko" userId="S::r1058442@student.thomasmore.be::0d35f27d-0d90-48cf-8461-2ca19c47f0a7" providerId="AD" clId="Web-{3D123F28-4A49-EA65-2FC7-3DEAFC99A1A0}" dt="2026-10-09T11:21:34.691" v="253" actId="20577"/>
          <ac:spMkLst>
            <pc:docMk/>
            <pc:sldMk cId="3950524141" sldId="280"/>
            <ac:spMk id="10" creationId="{96B4BA2D-78C0-3601-8159-CBB50BC9BB6A}"/>
          </ac:spMkLst>
        </pc:spChg>
        <pc:picChg chg="add">
          <ac:chgData name="Dmitrij Tchervonisjenko" userId="S::r1058442@student.thomasmore.be::0d35f27d-0d90-48cf-8461-2ca19c47f0a7" providerId="AD" clId="Web-{3D123F28-4A49-EA65-2FC7-3DEAFC99A1A0}" dt="2026-10-09T10:59:13.059" v="240"/>
          <ac:picMkLst>
            <pc:docMk/>
            <pc:sldMk cId="3950524141" sldId="280"/>
            <ac:picMk id="3" creationId="{351EF1A5-57C4-7F36-0BB8-94037B4C4FF1}"/>
          </ac:picMkLst>
        </pc:picChg>
        <pc:picChg chg="del">
          <ac:chgData name="Dmitrij Tchervonisjenko" userId="S::r1058442@student.thomasmore.be::0d35f27d-0d90-48cf-8461-2ca19c47f0a7" providerId="AD" clId="Web-{3D123F28-4A49-EA65-2FC7-3DEAFC99A1A0}" dt="2026-10-09T10:59:11.278" v="239"/>
          <ac:picMkLst>
            <pc:docMk/>
            <pc:sldMk cId="3950524141" sldId="280"/>
            <ac:picMk id="12" creationId="{07E67B9F-36DD-D08C-C6CD-24A15688C52E}"/>
          </ac:picMkLst>
        </pc:picChg>
      </pc:sldChg>
      <pc:sldChg chg="add del ord replId">
        <pc:chgData name="Dmitrij Tchervonisjenko" userId="S::r1058442@student.thomasmore.be::0d35f27d-0d90-48cf-8461-2ca19c47f0a7" providerId="AD" clId="Web-{3D123F28-4A49-EA65-2FC7-3DEAFC99A1A0}" dt="2026-10-09T10:41:25.060" v="196"/>
        <pc:sldMkLst>
          <pc:docMk/>
          <pc:sldMk cId="3328737451" sldId="281"/>
        </pc:sldMkLst>
      </pc:sldChg>
      <pc:sldChg chg="addSp modSp add replId">
        <pc:chgData name="Dmitrij Tchervonisjenko" userId="S::r1058442@student.thomasmore.be::0d35f27d-0d90-48cf-8461-2ca19c47f0a7" providerId="AD" clId="Web-{3D123F28-4A49-EA65-2FC7-3DEAFC99A1A0}" dt="2026-10-09T11:23:43.335" v="257" actId="20577"/>
        <pc:sldMkLst>
          <pc:docMk/>
          <pc:sldMk cId="4166465047" sldId="281"/>
        </pc:sldMkLst>
        <pc:spChg chg="add mod">
          <ac:chgData name="Dmitrij Tchervonisjenko" userId="S::r1058442@student.thomasmore.be::0d35f27d-0d90-48cf-8461-2ca19c47f0a7" providerId="AD" clId="Web-{3D123F28-4A49-EA65-2FC7-3DEAFC99A1A0}" dt="2026-10-09T11:23:43.335" v="257" actId="20577"/>
          <ac:spMkLst>
            <pc:docMk/>
            <pc:sldMk cId="4166465047" sldId="281"/>
            <ac:spMk id="4" creationId="{E6C80EF6-3354-4076-7BFF-A4980DCFBC2A}"/>
          </ac:spMkLst>
        </pc:spChg>
        <pc:spChg chg="mod">
          <ac:chgData name="Dmitrij Tchervonisjenko" userId="S::r1058442@student.thomasmore.be::0d35f27d-0d90-48cf-8461-2ca19c47f0a7" providerId="AD" clId="Web-{3D123F28-4A49-EA65-2FC7-3DEAFC99A1A0}" dt="2026-10-09T11:05:15.179" v="244" actId="20577"/>
          <ac:spMkLst>
            <pc:docMk/>
            <pc:sldMk cId="4166465047" sldId="281"/>
            <ac:spMk id="10" creationId="{3A544B45-3D66-6525-EF5D-AA4A64B6B8F0}"/>
          </ac:spMkLst>
        </pc:spChg>
      </pc:sldChg>
      <pc:sldChg chg="add del replId">
        <pc:chgData name="Dmitrij Tchervonisjenko" userId="S::r1058442@student.thomasmore.be::0d35f27d-0d90-48cf-8461-2ca19c47f0a7" providerId="AD" clId="Web-{3D123F28-4A49-EA65-2FC7-3DEAFC99A1A0}" dt="2026-10-09T10:41:29.903" v="197"/>
        <pc:sldMkLst>
          <pc:docMk/>
          <pc:sldMk cId="1194634558" sldId="282"/>
        </pc:sldMkLst>
      </pc:sldChg>
      <pc:sldChg chg="addSp modSp add replId">
        <pc:chgData name="Dmitrij Tchervonisjenko" userId="S::r1058442@student.thomasmore.be::0d35f27d-0d90-48cf-8461-2ca19c47f0a7" providerId="AD" clId="Web-{3D123F28-4A49-EA65-2FC7-3DEAFC99A1A0}" dt="2026-10-09T11:24:34.508" v="262" actId="20577"/>
        <pc:sldMkLst>
          <pc:docMk/>
          <pc:sldMk cId="1209696063" sldId="282"/>
        </pc:sldMkLst>
        <pc:spChg chg="add mod">
          <ac:chgData name="Dmitrij Tchervonisjenko" userId="S::r1058442@student.thomasmore.be::0d35f27d-0d90-48cf-8461-2ca19c47f0a7" providerId="AD" clId="Web-{3D123F28-4A49-EA65-2FC7-3DEAFC99A1A0}" dt="2026-10-09T11:24:34.508" v="262" actId="20577"/>
          <ac:spMkLst>
            <pc:docMk/>
            <pc:sldMk cId="1209696063" sldId="282"/>
            <ac:spMk id="4" creationId="{F8A557ED-14E7-E86B-6567-185B41234F04}"/>
          </ac:spMkLst>
        </pc:spChg>
        <pc:spChg chg="mod">
          <ac:chgData name="Dmitrij Tchervonisjenko" userId="S::r1058442@student.thomasmore.be::0d35f27d-0d90-48cf-8461-2ca19c47f0a7" providerId="AD" clId="Web-{3D123F28-4A49-EA65-2FC7-3DEAFC99A1A0}" dt="2026-10-09T11:08:38.794" v="247" actId="20577"/>
          <ac:spMkLst>
            <pc:docMk/>
            <pc:sldMk cId="1209696063" sldId="282"/>
            <ac:spMk id="10" creationId="{F62987ED-3D0A-8B4E-B4DD-BF33C2EDDFD0}"/>
          </ac:spMkLst>
        </pc:spChg>
      </pc:sldChg>
      <pc:sldChg chg="addSp delSp modSp add ord replId modNotes">
        <pc:chgData name="Dmitrij Tchervonisjenko" userId="S::r1058442@student.thomasmore.be::0d35f27d-0d90-48cf-8461-2ca19c47f0a7" providerId="AD" clId="Web-{3D123F28-4A49-EA65-2FC7-3DEAFC99A1A0}" dt="2026-10-09T11:28:26.093" v="288"/>
        <pc:sldMkLst>
          <pc:docMk/>
          <pc:sldMk cId="2117885770" sldId="283"/>
        </pc:sldMkLst>
        <pc:spChg chg="del">
          <ac:chgData name="Dmitrij Tchervonisjenko" userId="S::r1058442@student.thomasmore.be::0d35f27d-0d90-48cf-8461-2ca19c47f0a7" providerId="AD" clId="Web-{3D123F28-4A49-EA65-2FC7-3DEAFC99A1A0}" dt="2026-10-09T11:26:53.950" v="270"/>
          <ac:spMkLst>
            <pc:docMk/>
            <pc:sldMk cId="2117885770" sldId="283"/>
            <ac:spMk id="2" creationId="{4ACC9641-EE38-31B7-7664-8499C9C754CC}"/>
          </ac:spMkLst>
        </pc:spChg>
        <pc:spChg chg="del mod">
          <ac:chgData name="Dmitrij Tchervonisjenko" userId="S::r1058442@student.thomasmore.be::0d35f27d-0d90-48cf-8461-2ca19c47f0a7" providerId="AD" clId="Web-{3D123F28-4A49-EA65-2FC7-3DEAFC99A1A0}" dt="2026-10-09T11:27:01.872" v="274"/>
          <ac:spMkLst>
            <pc:docMk/>
            <pc:sldMk cId="2117885770" sldId="283"/>
            <ac:spMk id="5" creationId="{DD1B8E3A-F001-66DB-2944-0ABE76FAA519}"/>
          </ac:spMkLst>
        </pc:spChg>
        <pc:spChg chg="del">
          <ac:chgData name="Dmitrij Tchervonisjenko" userId="S::r1058442@student.thomasmore.be::0d35f27d-0d90-48cf-8461-2ca19c47f0a7" providerId="AD" clId="Web-{3D123F28-4A49-EA65-2FC7-3DEAFC99A1A0}" dt="2026-10-09T11:27:05.903" v="276"/>
          <ac:spMkLst>
            <pc:docMk/>
            <pc:sldMk cId="2117885770" sldId="283"/>
            <ac:spMk id="6" creationId="{D4F1E0B5-8FE5-9CE4-11BD-FA7276B483C4}"/>
          </ac:spMkLst>
        </pc:spChg>
        <pc:spChg chg="del">
          <ac:chgData name="Dmitrij Tchervonisjenko" userId="S::r1058442@student.thomasmore.be::0d35f27d-0d90-48cf-8461-2ca19c47f0a7" providerId="AD" clId="Web-{3D123F28-4A49-EA65-2FC7-3DEAFC99A1A0}" dt="2026-10-09T11:27:00.341" v="273"/>
          <ac:spMkLst>
            <pc:docMk/>
            <pc:sldMk cId="2117885770" sldId="283"/>
            <ac:spMk id="9" creationId="{6D3C2302-963B-4A35-A32A-ECC2A261E524}"/>
          </ac:spMkLst>
        </pc:spChg>
        <pc:spChg chg="add mod">
          <ac:chgData name="Dmitrij Tchervonisjenko" userId="S::r1058442@student.thomasmore.be::0d35f27d-0d90-48cf-8461-2ca19c47f0a7" providerId="AD" clId="Web-{3D123F28-4A49-EA65-2FC7-3DEAFC99A1A0}" dt="2026-10-09T11:27:58.624" v="286" actId="20577"/>
          <ac:spMkLst>
            <pc:docMk/>
            <pc:sldMk cId="2117885770" sldId="283"/>
            <ac:spMk id="12" creationId="{12A3FC73-0531-F8BD-B782-61CDE128B346}"/>
          </ac:spMkLst>
        </pc:spChg>
        <pc:picChg chg="del">
          <ac:chgData name="Dmitrij Tchervonisjenko" userId="S::r1058442@student.thomasmore.be::0d35f27d-0d90-48cf-8461-2ca19c47f0a7" providerId="AD" clId="Web-{3D123F28-4A49-EA65-2FC7-3DEAFC99A1A0}" dt="2026-10-09T11:26:30.793" v="267"/>
          <ac:picMkLst>
            <pc:docMk/>
            <pc:sldMk cId="2117885770" sldId="283"/>
            <ac:picMk id="7" creationId="{7B194D1B-00EA-D15D-B5C0-DA7FFB2A988C}"/>
          </ac:picMkLst>
        </pc:picChg>
        <pc:picChg chg="add mod">
          <ac:chgData name="Dmitrij Tchervonisjenko" userId="S::r1058442@student.thomasmore.be::0d35f27d-0d90-48cf-8461-2ca19c47f0a7" providerId="AD" clId="Web-{3D123F28-4A49-EA65-2FC7-3DEAFC99A1A0}" dt="2026-10-09T11:26:38.950" v="269" actId="1076"/>
          <ac:picMkLst>
            <pc:docMk/>
            <pc:sldMk cId="2117885770" sldId="283"/>
            <ac:picMk id="10" creationId="{7BAF81C1-C7F3-7A35-4C16-9BABBCC670FB}"/>
          </ac:picMkLst>
        </pc:picChg>
        <pc:cxnChg chg="del">
          <ac:chgData name="Dmitrij Tchervonisjenko" userId="S::r1058442@student.thomasmore.be::0d35f27d-0d90-48cf-8461-2ca19c47f0a7" providerId="AD" clId="Web-{3D123F28-4A49-EA65-2FC7-3DEAFC99A1A0}" dt="2026-10-09T11:27:04.544" v="275"/>
          <ac:cxnSpMkLst>
            <pc:docMk/>
            <pc:sldMk cId="2117885770" sldId="283"/>
            <ac:cxnSpMk id="3" creationId="{F08029D0-5F33-60E4-B483-6C681A9C2005}"/>
          </ac:cxnSpMkLst>
        </pc:cxnChg>
      </pc:sldChg>
      <pc:sldChg chg="modSp add ord replId">
        <pc:chgData name="Dmitrij Tchervonisjenko" userId="S::r1058442@student.thomasmore.be::0d35f27d-0d90-48cf-8461-2ca19c47f0a7" providerId="AD" clId="Web-{3D123F28-4A49-EA65-2FC7-3DEAFC99A1A0}" dt="2026-10-09T11:29:51.736" v="302" actId="20577"/>
        <pc:sldMkLst>
          <pc:docMk/>
          <pc:sldMk cId="114862852" sldId="284"/>
        </pc:sldMkLst>
        <pc:spChg chg="mod">
          <ac:chgData name="Dmitrij Tchervonisjenko" userId="S::r1058442@student.thomasmore.be::0d35f27d-0d90-48cf-8461-2ca19c47f0a7" providerId="AD" clId="Web-{3D123F28-4A49-EA65-2FC7-3DEAFC99A1A0}" dt="2026-10-09T11:29:51.736" v="302" actId="20577"/>
          <ac:spMkLst>
            <pc:docMk/>
            <pc:sldMk cId="114862852" sldId="284"/>
            <ac:spMk id="4" creationId="{A91E0081-9C1E-3E3B-B1D3-23F1E068053A}"/>
          </ac:spMkLst>
        </pc:spChg>
        <pc:spChg chg="mod">
          <ac:chgData name="Dmitrij Tchervonisjenko" userId="S::r1058442@student.thomasmore.be::0d35f27d-0d90-48cf-8461-2ca19c47f0a7" providerId="AD" clId="Web-{3D123F28-4A49-EA65-2FC7-3DEAFC99A1A0}" dt="2026-10-09T11:29:11.001" v="296" actId="20577"/>
          <ac:spMkLst>
            <pc:docMk/>
            <pc:sldMk cId="114862852" sldId="284"/>
            <ac:spMk id="10" creationId="{3429333D-C4E9-1F95-510E-03ED1FD72CE8}"/>
          </ac:spMkLst>
        </pc:spChg>
      </pc:sldChg>
      <pc:sldChg chg="modSp add replId">
        <pc:chgData name="Dmitrij Tchervonisjenko" userId="S::r1058442@student.thomasmore.be::0d35f27d-0d90-48cf-8461-2ca19c47f0a7" providerId="AD" clId="Web-{3D123F28-4A49-EA65-2FC7-3DEAFC99A1A0}" dt="2026-10-09T11:30:12.971" v="304" actId="20577"/>
        <pc:sldMkLst>
          <pc:docMk/>
          <pc:sldMk cId="1583453265" sldId="285"/>
        </pc:sldMkLst>
        <pc:spChg chg="mod">
          <ac:chgData name="Dmitrij Tchervonisjenko" userId="S::r1058442@student.thomasmore.be::0d35f27d-0d90-48cf-8461-2ca19c47f0a7" providerId="AD" clId="Web-{3D123F28-4A49-EA65-2FC7-3DEAFC99A1A0}" dt="2026-10-09T11:30:12.971" v="304" actId="20577"/>
          <ac:spMkLst>
            <pc:docMk/>
            <pc:sldMk cId="1583453265" sldId="285"/>
            <ac:spMk id="4" creationId="{50C3EEBB-8DFA-13D6-425F-DB153868A40E}"/>
          </ac:spMkLst>
        </pc:spChg>
        <pc:spChg chg="mod">
          <ac:chgData name="Dmitrij Tchervonisjenko" userId="S::r1058442@student.thomasmore.be::0d35f27d-0d90-48cf-8461-2ca19c47f0a7" providerId="AD" clId="Web-{3D123F28-4A49-EA65-2FC7-3DEAFC99A1A0}" dt="2026-10-09T11:29:33.986" v="300" actId="20577"/>
          <ac:spMkLst>
            <pc:docMk/>
            <pc:sldMk cId="1583453265" sldId="285"/>
            <ac:spMk id="10" creationId="{0DBDA4E1-A7C4-2D95-1C87-389E43F9B3FA}"/>
          </ac:spMkLst>
        </pc:spChg>
      </pc:sldChg>
    </pc:docChg>
  </pc:docChgLst>
  <pc:docChgLst>
    <pc:chgData name="Dmitrij Tchervonisjenko" userId="S::r1058442@student.thomasmore.be::0d35f27d-0d90-48cf-8461-2ca19c47f0a7" providerId="AD" clId="Web-{909B7539-7C6E-9017-0825-00B73F559768}"/>
    <pc:docChg chg="addSld modSld sldOrd">
      <pc:chgData name="Dmitrij Tchervonisjenko" userId="S::r1058442@student.thomasmore.be::0d35f27d-0d90-48cf-8461-2ca19c47f0a7" providerId="AD" clId="Web-{909B7539-7C6E-9017-0825-00B73F559768}" dt="2026-10-09T09:06:07.209" v="45" actId="1076"/>
      <pc:docMkLst>
        <pc:docMk/>
      </pc:docMkLst>
      <pc:sldChg chg="delSp modSp">
        <pc:chgData name="Dmitrij Tchervonisjenko" userId="S::r1058442@student.thomasmore.be::0d35f27d-0d90-48cf-8461-2ca19c47f0a7" providerId="AD" clId="Web-{909B7539-7C6E-9017-0825-00B73F559768}" dt="2026-10-09T09:06:07.209" v="45" actId="1076"/>
        <pc:sldMkLst>
          <pc:docMk/>
          <pc:sldMk cId="109857222" sldId="256"/>
        </pc:sldMkLst>
        <pc:spChg chg="mod">
          <ac:chgData name="Dmitrij Tchervonisjenko" userId="S::r1058442@student.thomasmore.be::0d35f27d-0d90-48cf-8461-2ca19c47f0a7" providerId="AD" clId="Web-{909B7539-7C6E-9017-0825-00B73F559768}" dt="2026-10-09T09:06:07.209" v="45" actId="1076"/>
          <ac:spMkLst>
            <pc:docMk/>
            <pc:sldMk cId="109857222" sldId="256"/>
            <ac:spMk id="2" creationId="{00000000-0000-0000-0000-000000000000}"/>
          </ac:spMkLst>
        </pc:spChg>
        <pc:spChg chg="mod">
          <ac:chgData name="Dmitrij Tchervonisjenko" userId="S::r1058442@student.thomasmore.be::0d35f27d-0d90-48cf-8461-2ca19c47f0a7" providerId="AD" clId="Web-{909B7539-7C6E-9017-0825-00B73F559768}" dt="2026-10-09T09:01:49.246" v="6" actId="20577"/>
          <ac:spMkLst>
            <pc:docMk/>
            <pc:sldMk cId="109857222" sldId="256"/>
            <ac:spMk id="3" creationId="{00000000-0000-0000-0000-000000000000}"/>
          </ac:spMkLst>
        </pc:spChg>
        <pc:picChg chg="del">
          <ac:chgData name="Dmitrij Tchervonisjenko" userId="S::r1058442@student.thomasmore.be::0d35f27d-0d90-48cf-8461-2ca19c47f0a7" providerId="AD" clId="Web-{909B7539-7C6E-9017-0825-00B73F559768}" dt="2026-10-09T09:04:15.674" v="20"/>
          <ac:picMkLst>
            <pc:docMk/>
            <pc:sldMk cId="109857222" sldId="256"/>
            <ac:picMk id="4" creationId="{242A69D7-3B29-1A37-F18C-A2A888744DE6}"/>
          </ac:picMkLst>
        </pc:picChg>
        <pc:picChg chg="del">
          <ac:chgData name="Dmitrij Tchervonisjenko" userId="S::r1058442@student.thomasmore.be::0d35f27d-0d90-48cf-8461-2ca19c47f0a7" providerId="AD" clId="Web-{909B7539-7C6E-9017-0825-00B73F559768}" dt="2026-10-09T09:04:31.221" v="26"/>
          <ac:picMkLst>
            <pc:docMk/>
            <pc:sldMk cId="109857222" sldId="256"/>
            <ac:picMk id="6" creationId="{017A5C04-33E7-6723-CC76-3DF6BB09B646}"/>
          </ac:picMkLst>
        </pc:picChg>
      </pc:sldChg>
      <pc:sldChg chg="add replId">
        <pc:chgData name="Dmitrij Tchervonisjenko" userId="S::r1058442@student.thomasmore.be::0d35f27d-0d90-48cf-8461-2ca19c47f0a7" providerId="AD" clId="Web-{909B7539-7C6E-9017-0825-00B73F559768}" dt="2026-10-09T09:02:58.937" v="7"/>
        <pc:sldMkLst>
          <pc:docMk/>
          <pc:sldMk cId="863007136" sldId="272"/>
        </pc:sldMkLst>
      </pc:sldChg>
      <pc:sldChg chg="addSp delSp modSp add ord replId">
        <pc:chgData name="Dmitrij Tchervonisjenko" userId="S::r1058442@student.thomasmore.be::0d35f27d-0d90-48cf-8461-2ca19c47f0a7" providerId="AD" clId="Web-{909B7539-7C6E-9017-0825-00B73F559768}" dt="2026-10-09T09:06:05.225" v="44"/>
        <pc:sldMkLst>
          <pc:docMk/>
          <pc:sldMk cId="2000137539" sldId="273"/>
        </pc:sldMkLst>
        <pc:spChg chg="del">
          <ac:chgData name="Dmitrij Tchervonisjenko" userId="S::r1058442@student.thomasmore.be::0d35f27d-0d90-48cf-8461-2ca19c47f0a7" providerId="AD" clId="Web-{909B7539-7C6E-9017-0825-00B73F559768}" dt="2026-10-09T09:03:40.454" v="10"/>
          <ac:spMkLst>
            <pc:docMk/>
            <pc:sldMk cId="2000137539" sldId="273"/>
            <ac:spMk id="2" creationId="{B8E3DC6B-80C9-85A8-D5AB-D4DABECB5615}"/>
          </ac:spMkLst>
        </pc:spChg>
        <pc:spChg chg="del">
          <ac:chgData name="Dmitrij Tchervonisjenko" userId="S::r1058442@student.thomasmore.be::0d35f27d-0d90-48cf-8461-2ca19c47f0a7" providerId="AD" clId="Web-{909B7539-7C6E-9017-0825-00B73F559768}" dt="2026-10-09T09:03:42.438" v="11"/>
          <ac:spMkLst>
            <pc:docMk/>
            <pc:sldMk cId="2000137539" sldId="273"/>
            <ac:spMk id="3" creationId="{1014E72D-9A95-D05B-58B9-828777DEEA90}"/>
          </ac:spMkLst>
        </pc:spChg>
        <pc:spChg chg="add mod">
          <ac:chgData name="Dmitrij Tchervonisjenko" userId="S::r1058442@student.thomasmore.be::0d35f27d-0d90-48cf-8461-2ca19c47f0a7" providerId="AD" clId="Web-{909B7539-7C6E-9017-0825-00B73F559768}" dt="2026-10-09T09:04:07.064" v="19" actId="14100"/>
          <ac:spMkLst>
            <pc:docMk/>
            <pc:sldMk cId="2000137539" sldId="273"/>
            <ac:spMk id="5" creationId="{2B1C3FE0-5895-8884-2D5A-EA445C365F76}"/>
          </ac:spMkLst>
        </pc:spChg>
        <pc:spChg chg="add del mod">
          <ac:chgData name="Dmitrij Tchervonisjenko" userId="S::r1058442@student.thomasmore.be::0d35f27d-0d90-48cf-8461-2ca19c47f0a7" providerId="AD" clId="Web-{909B7539-7C6E-9017-0825-00B73F559768}" dt="2026-10-09T09:03:47.298" v="12"/>
          <ac:spMkLst>
            <pc:docMk/>
            <pc:sldMk cId="2000137539" sldId="273"/>
            <ac:spMk id="7" creationId="{13530D01-3319-AAD2-C6CF-6E4E6D00639A}"/>
          </ac:spMkLst>
        </pc:spChg>
        <pc:picChg chg="add del mod">
          <ac:chgData name="Dmitrij Tchervonisjenko" userId="S::r1058442@student.thomasmore.be::0d35f27d-0d90-48cf-8461-2ca19c47f0a7" providerId="AD" clId="Web-{909B7539-7C6E-9017-0825-00B73F559768}" dt="2026-10-09T09:05:56.599" v="43"/>
          <ac:picMkLst>
            <pc:docMk/>
            <pc:sldMk cId="2000137539" sldId="273"/>
            <ac:picMk id="8" creationId="{242A69D7-3B29-1A37-F18C-A2A888744DE6}"/>
          </ac:picMkLst>
        </pc:picChg>
        <pc:picChg chg="add del mod">
          <ac:chgData name="Dmitrij Tchervonisjenko" userId="S::r1058442@student.thomasmore.be::0d35f27d-0d90-48cf-8461-2ca19c47f0a7" providerId="AD" clId="Web-{909B7539-7C6E-9017-0825-00B73F559768}" dt="2026-10-09T09:06:05.225" v="44"/>
          <ac:picMkLst>
            <pc:docMk/>
            <pc:sldMk cId="2000137539" sldId="273"/>
            <ac:picMk id="9" creationId="{017A5C04-33E7-6723-CC76-3DF6BB09B646}"/>
          </ac:picMkLst>
        </pc:picChg>
      </pc:sldChg>
    </pc:docChg>
  </pc:docChgLst>
  <pc:docChgLst>
    <pc:chgData name="Dmitrij Tchervonisjenko" userId="S::r1058442@student.thomasmore.be::0d35f27d-0d90-48cf-8461-2ca19c47f0a7" providerId="AD" clId="Web-{520AC540-1270-BD13-9D66-AEBF168B3714}"/>
    <pc:docChg chg="addSld modSld sldOrd">
      <pc:chgData name="Dmitrij Tchervonisjenko" userId="S::r1058442@student.thomasmore.be::0d35f27d-0d90-48cf-8461-2ca19c47f0a7" providerId="AD" clId="Web-{520AC540-1270-BD13-9D66-AEBF168B3714}" dt="2026-10-09T13:12:21.630" v="278"/>
      <pc:docMkLst>
        <pc:docMk/>
      </pc:docMkLst>
      <pc:sldChg chg="modNotes">
        <pc:chgData name="Dmitrij Tchervonisjenko" userId="S::r1058442@student.thomasmore.be::0d35f27d-0d90-48cf-8461-2ca19c47f0a7" providerId="AD" clId="Web-{520AC540-1270-BD13-9D66-AEBF168B3714}" dt="2026-10-09T12:51:27.959" v="52"/>
        <pc:sldMkLst>
          <pc:docMk/>
          <pc:sldMk cId="109857222" sldId="256"/>
        </pc:sldMkLst>
      </pc:sldChg>
      <pc:sldChg chg="modSp modNotes">
        <pc:chgData name="Dmitrij Tchervonisjenko" userId="S::r1058442@student.thomasmore.be::0d35f27d-0d90-48cf-8461-2ca19c47f0a7" providerId="AD" clId="Web-{520AC540-1270-BD13-9D66-AEBF168B3714}" dt="2026-10-09T12:56:39.783" v="91"/>
        <pc:sldMkLst>
          <pc:docMk/>
          <pc:sldMk cId="1466345236" sldId="257"/>
        </pc:sldMkLst>
        <pc:spChg chg="mod">
          <ac:chgData name="Dmitrij Tchervonisjenko" userId="S::r1058442@student.thomasmore.be::0d35f27d-0d90-48cf-8461-2ca19c47f0a7" providerId="AD" clId="Web-{520AC540-1270-BD13-9D66-AEBF168B3714}" dt="2026-10-09T12:56:22.501" v="90" actId="20577"/>
          <ac:spMkLst>
            <pc:docMk/>
            <pc:sldMk cId="1466345236" sldId="257"/>
            <ac:spMk id="3" creationId="{606BA304-0EC7-08B5-A5B5-C044B44F66F2}"/>
          </ac:spMkLst>
        </pc:spChg>
      </pc:sldChg>
      <pc:sldChg chg="addSp modSp modNotes">
        <pc:chgData name="Dmitrij Tchervonisjenko" userId="S::r1058442@student.thomasmore.be::0d35f27d-0d90-48cf-8461-2ca19c47f0a7" providerId="AD" clId="Web-{520AC540-1270-BD13-9D66-AEBF168B3714}" dt="2026-10-09T12:53:26.698" v="56"/>
        <pc:sldMkLst>
          <pc:docMk/>
          <pc:sldMk cId="654473899" sldId="258"/>
        </pc:sldMkLst>
        <pc:spChg chg="add mod">
          <ac:chgData name="Dmitrij Tchervonisjenko" userId="S::r1058442@student.thomasmore.be::0d35f27d-0d90-48cf-8461-2ca19c47f0a7" providerId="AD" clId="Web-{520AC540-1270-BD13-9D66-AEBF168B3714}" dt="2026-10-09T12:51:50.929" v="54" actId="20577"/>
          <ac:spMkLst>
            <pc:docMk/>
            <pc:sldMk cId="654473899" sldId="258"/>
            <ac:spMk id="5" creationId="{A616CF06-53AD-6138-DF8A-669E67B0D25C}"/>
          </ac:spMkLst>
        </pc:spChg>
      </pc:sldChg>
      <pc:sldChg chg="modSp modNotes">
        <pc:chgData name="Dmitrij Tchervonisjenko" userId="S::r1058442@student.thomasmore.be::0d35f27d-0d90-48cf-8461-2ca19c47f0a7" providerId="AD" clId="Web-{520AC540-1270-BD13-9D66-AEBF168B3714}" dt="2026-10-09T12:57:43.989" v="99"/>
        <pc:sldMkLst>
          <pc:docMk/>
          <pc:sldMk cId="3249747993" sldId="260"/>
        </pc:sldMkLst>
        <pc:spChg chg="mod">
          <ac:chgData name="Dmitrij Tchervonisjenko" userId="S::r1058442@student.thomasmore.be::0d35f27d-0d90-48cf-8461-2ca19c47f0a7" providerId="AD" clId="Web-{520AC540-1270-BD13-9D66-AEBF168B3714}" dt="2026-10-09T12:57:25.973" v="98" actId="20577"/>
          <ac:spMkLst>
            <pc:docMk/>
            <pc:sldMk cId="3249747993" sldId="260"/>
            <ac:spMk id="3" creationId="{B978AD47-BC1C-318E-20B0-BF4FFFCC0233}"/>
          </ac:spMkLst>
        </pc:spChg>
      </pc:sldChg>
      <pc:sldChg chg="addSp delSp modSp modNotes">
        <pc:chgData name="Dmitrij Tchervonisjenko" userId="S::r1058442@student.thomasmore.be::0d35f27d-0d90-48cf-8461-2ca19c47f0a7" providerId="AD" clId="Web-{520AC540-1270-BD13-9D66-AEBF168B3714}" dt="2026-10-09T13:10:58.314" v="259"/>
        <pc:sldMkLst>
          <pc:docMk/>
          <pc:sldMk cId="2586976309" sldId="264"/>
        </pc:sldMkLst>
        <pc:spChg chg="del mod">
          <ac:chgData name="Dmitrij Tchervonisjenko" userId="S::r1058442@student.thomasmore.be::0d35f27d-0d90-48cf-8461-2ca19c47f0a7" providerId="AD" clId="Web-{520AC540-1270-BD13-9D66-AEBF168B3714}" dt="2026-10-09T13:08:05.558" v="235"/>
          <ac:spMkLst>
            <pc:docMk/>
            <pc:sldMk cId="2586976309" sldId="264"/>
            <ac:spMk id="4" creationId="{4872169C-AD85-DC53-C418-A40E6C0ACC8C}"/>
          </ac:spMkLst>
        </pc:spChg>
        <pc:spChg chg="mod">
          <ac:chgData name="Dmitrij Tchervonisjenko" userId="S::r1058442@student.thomasmore.be::0d35f27d-0d90-48cf-8461-2ca19c47f0a7" providerId="AD" clId="Web-{520AC540-1270-BD13-9D66-AEBF168B3714}" dt="2026-10-09T13:08:53.841" v="252" actId="1076"/>
          <ac:spMkLst>
            <pc:docMk/>
            <pc:sldMk cId="2586976309" sldId="264"/>
            <ac:spMk id="5" creationId="{9809271C-BB44-DB37-E446-290D4BA2E921}"/>
          </ac:spMkLst>
        </pc:spChg>
        <pc:spChg chg="add mod">
          <ac:chgData name="Dmitrij Tchervonisjenko" userId="S::r1058442@student.thomasmore.be::0d35f27d-0d90-48cf-8461-2ca19c47f0a7" providerId="AD" clId="Web-{520AC540-1270-BD13-9D66-AEBF168B3714}" dt="2026-10-09T13:09:01.498" v="254" actId="1076"/>
          <ac:spMkLst>
            <pc:docMk/>
            <pc:sldMk cId="2586976309" sldId="264"/>
            <ac:spMk id="6" creationId="{E65BEC71-BF30-65F5-8CC7-6B663A642AD4}"/>
          </ac:spMkLst>
        </pc:spChg>
        <pc:spChg chg="add mod">
          <ac:chgData name="Dmitrij Tchervonisjenko" userId="S::r1058442@student.thomasmore.be::0d35f27d-0d90-48cf-8461-2ca19c47f0a7" providerId="AD" clId="Web-{520AC540-1270-BD13-9D66-AEBF168B3714}" dt="2026-10-09T13:07:58.199" v="231" actId="1076"/>
          <ac:spMkLst>
            <pc:docMk/>
            <pc:sldMk cId="2586976309" sldId="264"/>
            <ac:spMk id="9" creationId="{DB3E1B41-0E0F-AF97-010D-06B9D0167C37}"/>
          </ac:spMkLst>
        </pc:spChg>
        <pc:spChg chg="add mod">
          <ac:chgData name="Dmitrij Tchervonisjenko" userId="S::r1058442@student.thomasmore.be::0d35f27d-0d90-48cf-8461-2ca19c47f0a7" providerId="AD" clId="Web-{520AC540-1270-BD13-9D66-AEBF168B3714}" dt="2026-10-09T13:08:50.404" v="251" actId="1076"/>
          <ac:spMkLst>
            <pc:docMk/>
            <pc:sldMk cId="2586976309" sldId="264"/>
            <ac:spMk id="10" creationId="{69353A13-D4DE-929E-1D81-A747D52DD8BA}"/>
          </ac:spMkLst>
        </pc:spChg>
      </pc:sldChg>
      <pc:sldChg chg="addSp modSp modNotes">
        <pc:chgData name="Dmitrij Tchervonisjenko" userId="S::r1058442@student.thomasmore.be::0d35f27d-0d90-48cf-8461-2ca19c47f0a7" providerId="AD" clId="Web-{520AC540-1270-BD13-9D66-AEBF168B3714}" dt="2026-10-09T13:11:21.393" v="264"/>
        <pc:sldMkLst>
          <pc:docMk/>
          <pc:sldMk cId="529173759" sldId="265"/>
        </pc:sldMkLst>
        <pc:spChg chg="add mod">
          <ac:chgData name="Dmitrij Tchervonisjenko" userId="S::r1058442@student.thomasmore.be::0d35f27d-0d90-48cf-8461-2ca19c47f0a7" providerId="AD" clId="Web-{520AC540-1270-BD13-9D66-AEBF168B3714}" dt="2026-10-09T13:11:01.299" v="262" actId="20577"/>
          <ac:spMkLst>
            <pc:docMk/>
            <pc:sldMk cId="529173759" sldId="265"/>
            <ac:spMk id="3" creationId="{D66FAB03-CBFA-EAFE-4F5F-608F6892C61E}"/>
          </ac:spMkLst>
        </pc:spChg>
        <pc:spChg chg="mod">
          <ac:chgData name="Dmitrij Tchervonisjenko" userId="S::r1058442@student.thomasmore.be::0d35f27d-0d90-48cf-8461-2ca19c47f0a7" providerId="AD" clId="Web-{520AC540-1270-BD13-9D66-AEBF168B3714}" dt="2026-10-09T13:01:02.403" v="152" actId="1076"/>
          <ac:spMkLst>
            <pc:docMk/>
            <pc:sldMk cId="529173759" sldId="265"/>
            <ac:spMk id="9" creationId="{A77B51FD-0FCD-A413-2638-B136B4F8C7D0}"/>
          </ac:spMkLst>
        </pc:spChg>
        <pc:picChg chg="mod">
          <ac:chgData name="Dmitrij Tchervonisjenko" userId="S::r1058442@student.thomasmore.be::0d35f27d-0d90-48cf-8461-2ca19c47f0a7" providerId="AD" clId="Web-{520AC540-1270-BD13-9D66-AEBF168B3714}" dt="2026-10-09T13:00:22.995" v="126" actId="1076"/>
          <ac:picMkLst>
            <pc:docMk/>
            <pc:sldMk cId="529173759" sldId="265"/>
            <ac:picMk id="6" creationId="{4D67F399-B4E0-D6A6-1230-87A8773E3693}"/>
          </ac:picMkLst>
        </pc:picChg>
        <pc:picChg chg="mod">
          <ac:chgData name="Dmitrij Tchervonisjenko" userId="S::r1058442@student.thomasmore.be::0d35f27d-0d90-48cf-8461-2ca19c47f0a7" providerId="AD" clId="Web-{520AC540-1270-BD13-9D66-AEBF168B3714}" dt="2026-10-09T13:00:24.870" v="127" actId="1076"/>
          <ac:picMkLst>
            <pc:docMk/>
            <pc:sldMk cId="529173759" sldId="265"/>
            <ac:picMk id="11" creationId="{829148F9-EEFA-5743-8918-A7F047C418C0}"/>
          </ac:picMkLst>
        </pc:picChg>
      </pc:sldChg>
      <pc:sldChg chg="addSp modSp modNotes">
        <pc:chgData name="Dmitrij Tchervonisjenko" userId="S::r1058442@student.thomasmore.be::0d35f27d-0d90-48cf-8461-2ca19c47f0a7" providerId="AD" clId="Web-{520AC540-1270-BD13-9D66-AEBF168B3714}" dt="2026-10-09T12:59:04.508" v="116"/>
        <pc:sldMkLst>
          <pc:docMk/>
          <pc:sldMk cId="4010030820" sldId="267"/>
        </pc:sldMkLst>
        <pc:spChg chg="mod">
          <ac:chgData name="Dmitrij Tchervonisjenko" userId="S::r1058442@student.thomasmore.be::0d35f27d-0d90-48cf-8461-2ca19c47f0a7" providerId="AD" clId="Web-{520AC540-1270-BD13-9D66-AEBF168B3714}" dt="2026-10-09T12:58:32.944" v="109" actId="14100"/>
          <ac:spMkLst>
            <pc:docMk/>
            <pc:sldMk cId="4010030820" sldId="267"/>
            <ac:spMk id="3" creationId="{D08E34A8-F030-5417-3CD3-038FEE09DFA5}"/>
          </ac:spMkLst>
        </pc:spChg>
        <pc:spChg chg="add mod">
          <ac:chgData name="Dmitrij Tchervonisjenko" userId="S::r1058442@student.thomasmore.be::0d35f27d-0d90-48cf-8461-2ca19c47f0a7" providerId="AD" clId="Web-{520AC540-1270-BD13-9D66-AEBF168B3714}" dt="2026-10-09T12:58:36.069" v="110" actId="1076"/>
          <ac:spMkLst>
            <pc:docMk/>
            <pc:sldMk cId="4010030820" sldId="267"/>
            <ac:spMk id="4" creationId="{35C72008-7150-F261-3641-C1ECB91F5DA2}"/>
          </ac:spMkLst>
        </pc:spChg>
      </pc:sldChg>
      <pc:sldChg chg="modSp modNotes">
        <pc:chgData name="Dmitrij Tchervonisjenko" userId="S::r1058442@student.thomasmore.be::0d35f27d-0d90-48cf-8461-2ca19c47f0a7" providerId="AD" clId="Web-{520AC540-1270-BD13-9D66-AEBF168B3714}" dt="2026-10-09T13:02:00.311" v="161"/>
        <pc:sldMkLst>
          <pc:docMk/>
          <pc:sldMk cId="3019741855" sldId="269"/>
        </pc:sldMkLst>
        <pc:spChg chg="mod">
          <ac:chgData name="Dmitrij Tchervonisjenko" userId="S::r1058442@student.thomasmore.be::0d35f27d-0d90-48cf-8461-2ca19c47f0a7" providerId="AD" clId="Web-{520AC540-1270-BD13-9D66-AEBF168B3714}" dt="2026-10-09T13:01:47.123" v="159" actId="20577"/>
          <ac:spMkLst>
            <pc:docMk/>
            <pc:sldMk cId="3019741855" sldId="269"/>
            <ac:spMk id="4" creationId="{9136F047-1CAE-792E-155A-728465C5E214}"/>
          </ac:spMkLst>
        </pc:spChg>
      </pc:sldChg>
      <pc:sldChg chg="addSp delSp modSp modNotes">
        <pc:chgData name="Dmitrij Tchervonisjenko" userId="S::r1058442@student.thomasmore.be::0d35f27d-0d90-48cf-8461-2ca19c47f0a7" providerId="AD" clId="Web-{520AC540-1270-BD13-9D66-AEBF168B3714}" dt="2026-10-09T12:57:08.925" v="96"/>
        <pc:sldMkLst>
          <pc:docMk/>
          <pc:sldMk cId="829552726" sldId="270"/>
        </pc:sldMkLst>
        <pc:spChg chg="del">
          <ac:chgData name="Dmitrij Tchervonisjenko" userId="S::r1058442@student.thomasmore.be::0d35f27d-0d90-48cf-8461-2ca19c47f0a7" providerId="AD" clId="Web-{520AC540-1270-BD13-9D66-AEBF168B3714}" dt="2026-10-09T12:39:30.245" v="23"/>
          <ac:spMkLst>
            <pc:docMk/>
            <pc:sldMk cId="829552726" sldId="270"/>
            <ac:spMk id="2" creationId="{362B0A1B-53C9-76CF-E214-C019460EA13A}"/>
          </ac:spMkLst>
        </pc:spChg>
        <pc:spChg chg="del">
          <ac:chgData name="Dmitrij Tchervonisjenko" userId="S::r1058442@student.thomasmore.be::0d35f27d-0d90-48cf-8461-2ca19c47f0a7" providerId="AD" clId="Web-{520AC540-1270-BD13-9D66-AEBF168B3714}" dt="2026-10-09T12:39:27.870" v="21"/>
          <ac:spMkLst>
            <pc:docMk/>
            <pc:sldMk cId="829552726" sldId="270"/>
            <ac:spMk id="5" creationId="{58E4B8FF-136C-3335-09AC-073C3CC3F377}"/>
          </ac:spMkLst>
        </pc:spChg>
        <pc:spChg chg="del mod">
          <ac:chgData name="Dmitrij Tchervonisjenko" userId="S::r1058442@student.thomasmore.be::0d35f27d-0d90-48cf-8461-2ca19c47f0a7" providerId="AD" clId="Web-{520AC540-1270-BD13-9D66-AEBF168B3714}" dt="2026-10-09T12:39:32.620" v="26"/>
          <ac:spMkLst>
            <pc:docMk/>
            <pc:sldMk cId="829552726" sldId="270"/>
            <ac:spMk id="6" creationId="{2F7BADCB-A1DB-55F8-D7C9-AE58E906ACDA}"/>
          </ac:spMkLst>
        </pc:spChg>
        <pc:spChg chg="del">
          <ac:chgData name="Dmitrij Tchervonisjenko" userId="S::r1058442@student.thomasmore.be::0d35f27d-0d90-48cf-8461-2ca19c47f0a7" providerId="AD" clId="Web-{520AC540-1270-BD13-9D66-AEBF168B3714}" dt="2026-10-09T12:39:29.370" v="22"/>
          <ac:spMkLst>
            <pc:docMk/>
            <pc:sldMk cId="829552726" sldId="270"/>
            <ac:spMk id="9" creationId="{5C0AEC93-25BE-0B02-E616-EF681A41CB46}"/>
          </ac:spMkLst>
        </pc:spChg>
        <pc:spChg chg="add mod">
          <ac:chgData name="Dmitrij Tchervonisjenko" userId="S::r1058442@student.thomasmore.be::0d35f27d-0d90-48cf-8461-2ca19c47f0a7" providerId="AD" clId="Web-{520AC540-1270-BD13-9D66-AEBF168B3714}" dt="2026-10-09T12:57:05.519" v="94" actId="20577"/>
          <ac:spMkLst>
            <pc:docMk/>
            <pc:sldMk cId="829552726" sldId="270"/>
            <ac:spMk id="10" creationId="{6FDA4286-5332-783B-EFC3-A8541B07AA46}"/>
          </ac:spMkLst>
        </pc:spChg>
        <pc:cxnChg chg="del">
          <ac:chgData name="Dmitrij Tchervonisjenko" userId="S::r1058442@student.thomasmore.be::0d35f27d-0d90-48cf-8461-2ca19c47f0a7" providerId="AD" clId="Web-{520AC540-1270-BD13-9D66-AEBF168B3714}" dt="2026-10-09T12:39:31.339" v="24"/>
          <ac:cxnSpMkLst>
            <pc:docMk/>
            <pc:sldMk cId="829552726" sldId="270"/>
            <ac:cxnSpMk id="3" creationId="{64ECAA03-B036-1686-7EDB-133DA1A320C2}"/>
          </ac:cxnSpMkLst>
        </pc:cxnChg>
      </pc:sldChg>
      <pc:sldChg chg="addSp delSp modSp modNotes">
        <pc:chgData name="Dmitrij Tchervonisjenko" userId="S::r1058442@student.thomasmore.be::0d35f27d-0d90-48cf-8461-2ca19c47f0a7" providerId="AD" clId="Web-{520AC540-1270-BD13-9D66-AEBF168B3714}" dt="2026-10-09T12:50:45.817" v="50"/>
        <pc:sldMkLst>
          <pc:docMk/>
          <pc:sldMk cId="2000137539" sldId="273"/>
        </pc:sldMkLst>
        <pc:picChg chg="add mod">
          <ac:chgData name="Dmitrij Tchervonisjenko" userId="S::r1058442@student.thomasmore.be::0d35f27d-0d90-48cf-8461-2ca19c47f0a7" providerId="AD" clId="Web-{520AC540-1270-BD13-9D66-AEBF168B3714}" dt="2026-10-09T12:34:08.436" v="20" actId="1076"/>
          <ac:picMkLst>
            <pc:docMk/>
            <pc:sldMk cId="2000137539" sldId="273"/>
            <ac:picMk id="2" creationId="{5FF9FEC9-6AA6-8BA0-C5C4-DDC517A72707}"/>
          </ac:picMkLst>
        </pc:picChg>
        <pc:picChg chg="del">
          <ac:chgData name="Dmitrij Tchervonisjenko" userId="S::r1058442@student.thomasmore.be::0d35f27d-0d90-48cf-8461-2ca19c47f0a7" providerId="AD" clId="Web-{520AC540-1270-BD13-9D66-AEBF168B3714}" dt="2026-10-09T12:33:42.873" v="14"/>
          <ac:picMkLst>
            <pc:docMk/>
            <pc:sldMk cId="2000137539" sldId="273"/>
            <ac:picMk id="9" creationId="{017A5C04-33E7-6723-CC76-3DF6BB09B646}"/>
          </ac:picMkLst>
        </pc:picChg>
      </pc:sldChg>
      <pc:sldChg chg="addSp delSp modSp modNotes">
        <pc:chgData name="Dmitrij Tchervonisjenko" userId="S::r1058442@student.thomasmore.be::0d35f27d-0d90-48cf-8461-2ca19c47f0a7" providerId="AD" clId="Web-{520AC540-1270-BD13-9D66-AEBF168B3714}" dt="2026-10-09T12:54:10.387" v="65"/>
        <pc:sldMkLst>
          <pc:docMk/>
          <pc:sldMk cId="3952573604" sldId="274"/>
        </pc:sldMkLst>
        <pc:spChg chg="add del mod">
          <ac:chgData name="Dmitrij Tchervonisjenko" userId="S::r1058442@student.thomasmore.be::0d35f27d-0d90-48cf-8461-2ca19c47f0a7" providerId="AD" clId="Web-{520AC540-1270-BD13-9D66-AEBF168B3714}" dt="2026-10-09T12:09:44.662" v="4"/>
          <ac:spMkLst>
            <pc:docMk/>
            <pc:sldMk cId="3952573604" sldId="274"/>
            <ac:spMk id="2" creationId="{23EAFA87-E7A0-4690-B46A-6E2758278C7C}"/>
          </ac:spMkLst>
        </pc:spChg>
        <pc:spChg chg="add mod">
          <ac:chgData name="Dmitrij Tchervonisjenko" userId="S::r1058442@student.thomasmore.be::0d35f27d-0d90-48cf-8461-2ca19c47f0a7" providerId="AD" clId="Web-{520AC540-1270-BD13-9D66-AEBF168B3714}" dt="2026-10-09T12:53:46.745" v="63" actId="20577"/>
          <ac:spMkLst>
            <pc:docMk/>
            <pc:sldMk cId="3952573604" sldId="274"/>
            <ac:spMk id="4" creationId="{D466245F-F01B-D139-4343-E29607BDB2D6}"/>
          </ac:spMkLst>
        </pc:spChg>
      </pc:sldChg>
      <pc:sldChg chg="addSp modSp modNotes">
        <pc:chgData name="Dmitrij Tchervonisjenko" userId="S::r1058442@student.thomasmore.be::0d35f27d-0d90-48cf-8461-2ca19c47f0a7" providerId="AD" clId="Web-{520AC540-1270-BD13-9D66-AEBF168B3714}" dt="2026-10-09T12:54:49.138" v="77"/>
        <pc:sldMkLst>
          <pc:docMk/>
          <pc:sldMk cId="3938891634" sldId="275"/>
        </pc:sldMkLst>
        <pc:spChg chg="add mod">
          <ac:chgData name="Dmitrij Tchervonisjenko" userId="S::r1058442@student.thomasmore.be::0d35f27d-0d90-48cf-8461-2ca19c47f0a7" providerId="AD" clId="Web-{520AC540-1270-BD13-9D66-AEBF168B3714}" dt="2026-10-09T12:54:46.138" v="75" actId="20577"/>
          <ac:spMkLst>
            <pc:docMk/>
            <pc:sldMk cId="3938891634" sldId="275"/>
            <ac:spMk id="3" creationId="{03002659-46D2-9DD9-B231-4683AF8243A8}"/>
          </ac:spMkLst>
        </pc:spChg>
      </pc:sldChg>
      <pc:sldChg chg="addSp modSp modNotes">
        <pc:chgData name="Dmitrij Tchervonisjenko" userId="S::r1058442@student.thomasmore.be::0d35f27d-0d90-48cf-8461-2ca19c47f0a7" providerId="AD" clId="Web-{520AC540-1270-BD13-9D66-AEBF168B3714}" dt="2026-10-09T12:56:07.422" v="89"/>
        <pc:sldMkLst>
          <pc:docMk/>
          <pc:sldMk cId="1828868381" sldId="276"/>
        </pc:sldMkLst>
        <pc:spChg chg="add mod">
          <ac:chgData name="Dmitrij Tchervonisjenko" userId="S::r1058442@student.thomasmore.be::0d35f27d-0d90-48cf-8461-2ca19c47f0a7" providerId="AD" clId="Web-{520AC540-1270-BD13-9D66-AEBF168B3714}" dt="2026-10-09T12:56:01.828" v="87" actId="20577"/>
          <ac:spMkLst>
            <pc:docMk/>
            <pc:sldMk cId="1828868381" sldId="276"/>
            <ac:spMk id="3" creationId="{087947EB-3870-3C0E-CCBB-54719916FE76}"/>
          </ac:spMkLst>
        </pc:spChg>
      </pc:sldChg>
      <pc:sldChg chg="addSp modSp modNotes">
        <pc:chgData name="Dmitrij Tchervonisjenko" userId="S::r1058442@student.thomasmore.be::0d35f27d-0d90-48cf-8461-2ca19c47f0a7" providerId="AD" clId="Web-{520AC540-1270-BD13-9D66-AEBF168B3714}" dt="2026-10-09T12:59:38.040" v="121"/>
        <pc:sldMkLst>
          <pc:docMk/>
          <pc:sldMk cId="2299036286" sldId="277"/>
        </pc:sldMkLst>
        <pc:spChg chg="add mod">
          <ac:chgData name="Dmitrij Tchervonisjenko" userId="S::r1058442@student.thomasmore.be::0d35f27d-0d90-48cf-8461-2ca19c47f0a7" providerId="AD" clId="Web-{520AC540-1270-BD13-9D66-AEBF168B3714}" dt="2026-10-09T12:59:24.384" v="120" actId="1076"/>
          <ac:spMkLst>
            <pc:docMk/>
            <pc:sldMk cId="2299036286" sldId="277"/>
            <ac:spMk id="2" creationId="{0F4EA8AE-B337-B9C5-3919-506B69ADB1D7}"/>
          </ac:spMkLst>
        </pc:spChg>
        <pc:spChg chg="mod">
          <ac:chgData name="Dmitrij Tchervonisjenko" userId="S::r1058442@student.thomasmore.be::0d35f27d-0d90-48cf-8461-2ca19c47f0a7" providerId="AD" clId="Web-{520AC540-1270-BD13-9D66-AEBF168B3714}" dt="2026-10-09T12:58:43.116" v="111" actId="1076"/>
          <ac:spMkLst>
            <pc:docMk/>
            <pc:sldMk cId="2299036286" sldId="277"/>
            <ac:spMk id="3" creationId="{8B72B2E0-CAD4-0C8F-6FDF-2A237C8CBEE0}"/>
          </ac:spMkLst>
        </pc:spChg>
      </pc:sldChg>
      <pc:sldChg chg="addSp modSp modNotes">
        <pc:chgData name="Dmitrij Tchervonisjenko" userId="S::r1058442@student.thomasmore.be::0d35f27d-0d90-48cf-8461-2ca19c47f0a7" providerId="AD" clId="Web-{520AC540-1270-BD13-9D66-AEBF168B3714}" dt="2026-10-09T13:12:21.630" v="278"/>
        <pc:sldMkLst>
          <pc:docMk/>
          <pc:sldMk cId="3286183153" sldId="278"/>
        </pc:sldMkLst>
        <pc:spChg chg="mod">
          <ac:chgData name="Dmitrij Tchervonisjenko" userId="S::r1058442@student.thomasmore.be::0d35f27d-0d90-48cf-8461-2ca19c47f0a7" providerId="AD" clId="Web-{520AC540-1270-BD13-9D66-AEBF168B3714}" dt="2026-10-09T12:40:59.171" v="46" actId="20577"/>
          <ac:spMkLst>
            <pc:docMk/>
            <pc:sldMk cId="3286183153" sldId="278"/>
            <ac:spMk id="3" creationId="{F4BC6332-DEF7-DBE9-671C-0D13EE7D18A4}"/>
          </ac:spMkLst>
        </pc:spChg>
        <pc:spChg chg="mod">
          <ac:chgData name="Dmitrij Tchervonisjenko" userId="S::r1058442@student.thomasmore.be::0d35f27d-0d90-48cf-8461-2ca19c47f0a7" providerId="AD" clId="Web-{520AC540-1270-BD13-9D66-AEBF168B3714}" dt="2026-10-09T13:02:27.406" v="166" actId="1076"/>
          <ac:spMkLst>
            <pc:docMk/>
            <pc:sldMk cId="3286183153" sldId="278"/>
            <ac:spMk id="4" creationId="{39ED74C6-F1DE-5413-1823-B48C1D4A5DA0}"/>
          </ac:spMkLst>
        </pc:spChg>
        <pc:spChg chg="mod">
          <ac:chgData name="Dmitrij Tchervonisjenko" userId="S::r1058442@student.thomasmore.be::0d35f27d-0d90-48cf-8461-2ca19c47f0a7" providerId="AD" clId="Web-{520AC540-1270-BD13-9D66-AEBF168B3714}" dt="2026-10-09T13:02:22.843" v="164" actId="1076"/>
          <ac:spMkLst>
            <pc:docMk/>
            <pc:sldMk cId="3286183153" sldId="278"/>
            <ac:spMk id="5" creationId="{B97DC500-64E0-8681-AAD4-78B0C6FAD855}"/>
          </ac:spMkLst>
        </pc:spChg>
        <pc:spChg chg="mod">
          <ac:chgData name="Dmitrij Tchervonisjenko" userId="S::r1058442@student.thomasmore.be::0d35f27d-0d90-48cf-8461-2ca19c47f0a7" providerId="AD" clId="Web-{520AC540-1270-BD13-9D66-AEBF168B3714}" dt="2026-10-09T13:02:20.750" v="163" actId="1076"/>
          <ac:spMkLst>
            <pc:docMk/>
            <pc:sldMk cId="3286183153" sldId="278"/>
            <ac:spMk id="10" creationId="{7DC73EA8-F505-2460-D8D7-2095DA518EF5}"/>
          </ac:spMkLst>
        </pc:spChg>
        <pc:spChg chg="add mod">
          <ac:chgData name="Dmitrij Tchervonisjenko" userId="S::r1058442@student.thomasmore.be::0d35f27d-0d90-48cf-8461-2ca19c47f0a7" providerId="AD" clId="Web-{520AC540-1270-BD13-9D66-AEBF168B3714}" dt="2026-10-09T13:11:53.472" v="276" actId="20577"/>
          <ac:spMkLst>
            <pc:docMk/>
            <pc:sldMk cId="3286183153" sldId="278"/>
            <ac:spMk id="13" creationId="{A09FFB4F-7A2B-9236-599A-B1811EAEE255}"/>
          </ac:spMkLst>
        </pc:spChg>
        <pc:picChg chg="mod">
          <ac:chgData name="Dmitrij Tchervonisjenko" userId="S::r1058442@student.thomasmore.be::0d35f27d-0d90-48cf-8461-2ca19c47f0a7" providerId="AD" clId="Web-{520AC540-1270-BD13-9D66-AEBF168B3714}" dt="2026-10-09T13:02:24.937" v="165" actId="1076"/>
          <ac:picMkLst>
            <pc:docMk/>
            <pc:sldMk cId="3286183153" sldId="278"/>
            <ac:picMk id="6" creationId="{7DE8788C-42B6-5B54-3CB6-64FBDA88EB12}"/>
          </ac:picMkLst>
        </pc:picChg>
        <pc:picChg chg="mod">
          <ac:chgData name="Dmitrij Tchervonisjenko" userId="S::r1058442@student.thomasmore.be::0d35f27d-0d90-48cf-8461-2ca19c47f0a7" providerId="AD" clId="Web-{520AC540-1270-BD13-9D66-AEBF168B3714}" dt="2026-10-09T13:02:18.234" v="162" actId="1076"/>
          <ac:picMkLst>
            <pc:docMk/>
            <pc:sldMk cId="3286183153" sldId="278"/>
            <ac:picMk id="11" creationId="{45A3F539-D8AD-AFAD-AEFD-D3212873EBA9}"/>
          </ac:picMkLst>
        </pc:picChg>
      </pc:sldChg>
      <pc:sldChg chg="modSp modNotes">
        <pc:chgData name="Dmitrij Tchervonisjenko" userId="S::r1058442@student.thomasmore.be::0d35f27d-0d90-48cf-8461-2ca19c47f0a7" providerId="AD" clId="Web-{520AC540-1270-BD13-9D66-AEBF168B3714}" dt="2026-10-09T13:03:44.659" v="185"/>
        <pc:sldMkLst>
          <pc:docMk/>
          <pc:sldMk cId="3950524141" sldId="280"/>
        </pc:sldMkLst>
        <pc:spChg chg="mod">
          <ac:chgData name="Dmitrij Tchervonisjenko" userId="S::r1058442@student.thomasmore.be::0d35f27d-0d90-48cf-8461-2ca19c47f0a7" providerId="AD" clId="Web-{520AC540-1270-BD13-9D66-AEBF168B3714}" dt="2026-10-09T13:03:34.221" v="184" actId="20577"/>
          <ac:spMkLst>
            <pc:docMk/>
            <pc:sldMk cId="3950524141" sldId="280"/>
            <ac:spMk id="4" creationId="{5F1BC622-C097-2B14-1C5C-3AFE6B6880FD}"/>
          </ac:spMkLst>
        </pc:spChg>
      </pc:sldChg>
      <pc:sldChg chg="modSp modNotes">
        <pc:chgData name="Dmitrij Tchervonisjenko" userId="S::r1058442@student.thomasmore.be::0d35f27d-0d90-48cf-8461-2ca19c47f0a7" providerId="AD" clId="Web-{520AC540-1270-BD13-9D66-AEBF168B3714}" dt="2026-10-09T13:04:16.035" v="190"/>
        <pc:sldMkLst>
          <pc:docMk/>
          <pc:sldMk cId="4166465047" sldId="281"/>
        </pc:sldMkLst>
        <pc:spChg chg="mod">
          <ac:chgData name="Dmitrij Tchervonisjenko" userId="S::r1058442@student.thomasmore.be::0d35f27d-0d90-48cf-8461-2ca19c47f0a7" providerId="AD" clId="Web-{520AC540-1270-BD13-9D66-AEBF168B3714}" dt="2026-10-09T13:03:59.347" v="187" actId="20577"/>
          <ac:spMkLst>
            <pc:docMk/>
            <pc:sldMk cId="4166465047" sldId="281"/>
            <ac:spMk id="4" creationId="{E6C80EF6-3354-4076-7BFF-A4980DCFBC2A}"/>
          </ac:spMkLst>
        </pc:spChg>
      </pc:sldChg>
      <pc:sldChg chg="addSp modSp modNotes">
        <pc:chgData name="Dmitrij Tchervonisjenko" userId="S::r1058442@student.thomasmore.be::0d35f27d-0d90-48cf-8461-2ca19c47f0a7" providerId="AD" clId="Web-{520AC540-1270-BD13-9D66-AEBF168B3714}" dt="2026-10-09T13:05:10.974" v="196"/>
        <pc:sldMkLst>
          <pc:docMk/>
          <pc:sldMk cId="1209696063" sldId="282"/>
        </pc:sldMkLst>
        <pc:spChg chg="mod">
          <ac:chgData name="Dmitrij Tchervonisjenko" userId="S::r1058442@student.thomasmore.be::0d35f27d-0d90-48cf-8461-2ca19c47f0a7" providerId="AD" clId="Web-{520AC540-1270-BD13-9D66-AEBF168B3714}" dt="2026-10-09T13:04:31.160" v="193" actId="20577"/>
          <ac:spMkLst>
            <pc:docMk/>
            <pc:sldMk cId="1209696063" sldId="282"/>
            <ac:spMk id="4" creationId="{F8A557ED-14E7-E86B-6567-185B41234F04}"/>
          </ac:spMkLst>
        </pc:spChg>
        <pc:spChg chg="add mod">
          <ac:chgData name="Dmitrij Tchervonisjenko" userId="S::r1058442@student.thomasmore.be::0d35f27d-0d90-48cf-8461-2ca19c47f0a7" providerId="AD" clId="Web-{520AC540-1270-BD13-9D66-AEBF168B3714}" dt="2026-10-09T13:04:55.552" v="195" actId="20577"/>
          <ac:spMkLst>
            <pc:docMk/>
            <pc:sldMk cId="1209696063" sldId="282"/>
            <ac:spMk id="5" creationId="{D5F73D9E-50CE-B38F-5663-AE259EDB84A4}"/>
          </ac:spMkLst>
        </pc:spChg>
      </pc:sldChg>
      <pc:sldChg chg="modSp modNotes">
        <pc:chgData name="Dmitrij Tchervonisjenko" userId="S::r1058442@student.thomasmore.be::0d35f27d-0d90-48cf-8461-2ca19c47f0a7" providerId="AD" clId="Web-{520AC540-1270-BD13-9D66-AEBF168B3714}" dt="2026-10-09T13:05:59.632" v="204"/>
        <pc:sldMkLst>
          <pc:docMk/>
          <pc:sldMk cId="2117885770" sldId="283"/>
        </pc:sldMkLst>
        <pc:spChg chg="mod">
          <ac:chgData name="Dmitrij Tchervonisjenko" userId="S::r1058442@student.thomasmore.be::0d35f27d-0d90-48cf-8461-2ca19c47f0a7" providerId="AD" clId="Web-{520AC540-1270-BD13-9D66-AEBF168B3714}" dt="2026-10-09T13:05:38.256" v="203" actId="20577"/>
          <ac:spMkLst>
            <pc:docMk/>
            <pc:sldMk cId="2117885770" sldId="283"/>
            <ac:spMk id="12" creationId="{12A3FC73-0531-F8BD-B782-61CDE128B346}"/>
          </ac:spMkLst>
        </pc:spChg>
      </pc:sldChg>
      <pc:sldChg chg="modSp modNotes">
        <pc:chgData name="Dmitrij Tchervonisjenko" userId="S::r1058442@student.thomasmore.be::0d35f27d-0d90-48cf-8461-2ca19c47f0a7" providerId="AD" clId="Web-{520AC540-1270-BD13-9D66-AEBF168B3714}" dt="2026-10-09T13:06:43.556" v="211"/>
        <pc:sldMkLst>
          <pc:docMk/>
          <pc:sldMk cId="114862852" sldId="284"/>
        </pc:sldMkLst>
        <pc:spChg chg="mod">
          <ac:chgData name="Dmitrij Tchervonisjenko" userId="S::r1058442@student.thomasmore.be::0d35f27d-0d90-48cf-8461-2ca19c47f0a7" providerId="AD" clId="Web-{520AC540-1270-BD13-9D66-AEBF168B3714}" dt="2026-10-09T13:06:28.758" v="209" actId="20577"/>
          <ac:spMkLst>
            <pc:docMk/>
            <pc:sldMk cId="114862852" sldId="284"/>
            <ac:spMk id="4" creationId="{A91E0081-9C1E-3E3B-B1D3-23F1E068053A}"/>
          </ac:spMkLst>
        </pc:spChg>
      </pc:sldChg>
      <pc:sldChg chg="modSp modNotes">
        <pc:chgData name="Dmitrij Tchervonisjenko" userId="S::r1058442@student.thomasmore.be::0d35f27d-0d90-48cf-8461-2ca19c47f0a7" providerId="AD" clId="Web-{520AC540-1270-BD13-9D66-AEBF168B3714}" dt="2026-10-09T13:07:14.994" v="216"/>
        <pc:sldMkLst>
          <pc:docMk/>
          <pc:sldMk cId="1583453265" sldId="285"/>
        </pc:sldMkLst>
        <pc:spChg chg="mod">
          <ac:chgData name="Dmitrij Tchervonisjenko" userId="S::r1058442@student.thomasmore.be::0d35f27d-0d90-48cf-8461-2ca19c47f0a7" providerId="AD" clId="Web-{520AC540-1270-BD13-9D66-AEBF168B3714}" dt="2026-10-09T13:06:48.775" v="213" actId="20577"/>
          <ac:spMkLst>
            <pc:docMk/>
            <pc:sldMk cId="1583453265" sldId="285"/>
            <ac:spMk id="4" creationId="{50C3EEBB-8DFA-13D6-425F-DB153868A40E}"/>
          </ac:spMkLst>
        </pc:spChg>
      </pc:sldChg>
      <pc:sldChg chg="addSp delSp modSp add ord replId modNotes">
        <pc:chgData name="Dmitrij Tchervonisjenko" userId="S::r1058442@student.thomasmore.be::0d35f27d-0d90-48cf-8461-2ca19c47f0a7" providerId="AD" clId="Web-{520AC540-1270-BD13-9D66-AEBF168B3714}" dt="2026-10-09T13:03:19.080" v="182"/>
        <pc:sldMkLst>
          <pc:docMk/>
          <pc:sldMk cId="1942524546" sldId="286"/>
        </pc:sldMkLst>
        <pc:spChg chg="mod">
          <ac:chgData name="Dmitrij Tchervonisjenko" userId="S::r1058442@student.thomasmore.be::0d35f27d-0d90-48cf-8461-2ca19c47f0a7" providerId="AD" clId="Web-{520AC540-1270-BD13-9D66-AEBF168B3714}" dt="2026-10-09T13:03:02.907" v="181" actId="20577"/>
          <ac:spMkLst>
            <pc:docMk/>
            <pc:sldMk cId="1942524546" sldId="286"/>
            <ac:spMk id="4" creationId="{630FAFAD-0D07-1C1B-E351-BA9FC1AC9267}"/>
          </ac:spMkLst>
        </pc:spChg>
        <pc:picChg chg="add">
          <ac:chgData name="Dmitrij Tchervonisjenko" userId="S::r1058442@student.thomasmore.be::0d35f27d-0d90-48cf-8461-2ca19c47f0a7" providerId="AD" clId="Web-{520AC540-1270-BD13-9D66-AEBF168B3714}" dt="2026-10-09T12:10:47.914" v="13"/>
          <ac:picMkLst>
            <pc:docMk/>
            <pc:sldMk cId="1942524546" sldId="286"/>
            <ac:picMk id="3" creationId="{CA79B3F9-5B52-8726-B50A-D53AF127D45B}"/>
          </ac:picMkLst>
        </pc:picChg>
        <pc:picChg chg="del">
          <ac:chgData name="Dmitrij Tchervonisjenko" userId="S::r1058442@student.thomasmore.be::0d35f27d-0d90-48cf-8461-2ca19c47f0a7" providerId="AD" clId="Web-{520AC540-1270-BD13-9D66-AEBF168B3714}" dt="2026-10-09T12:10:47.304" v="12"/>
          <ac:picMkLst>
            <pc:docMk/>
            <pc:sldMk cId="1942524546" sldId="286"/>
            <ac:picMk id="12" creationId="{C7306EC7-1A76-E11E-370A-5EB81BE76A8A}"/>
          </ac:picMkLst>
        </pc:picChg>
      </pc:sldChg>
    </pc:docChg>
  </pc:docChgLst>
  <pc:docChgLst>
    <pc:chgData name="Dmitrij Tchervonisjenko" userId="S::r1058442@student.thomasmore.be::0d35f27d-0d90-48cf-8461-2ca19c47f0a7" providerId="AD" clId="Web-{00000000-0000-0000-0000-000000000000}"/>
    <pc:docChg chg="addSld delSld modSld sldOrd">
      <pc:chgData name="Dmitrij Tchervonisjenko" userId="S::r1058442@student.thomasmore.be::0d35f27d-0d90-48cf-8461-2ca19c47f0a7" providerId="AD" clId="Web-{00000000-0000-0000-0000-000000000000}" dt="2026-10-09T10:00:48.359" v="218" actId="1076"/>
      <pc:docMkLst>
        <pc:docMk/>
      </pc:docMkLst>
      <pc:sldChg chg="addSp delSp modSp">
        <pc:chgData name="Dmitrij Tchervonisjenko" userId="S::r1058442@student.thomasmore.be::0d35f27d-0d90-48cf-8461-2ca19c47f0a7" providerId="AD" clId="Web-{00000000-0000-0000-0000-000000000000}" dt="2026-10-09T10:00:48.359" v="218" actId="1076"/>
        <pc:sldMkLst>
          <pc:docMk/>
          <pc:sldMk cId="109857222" sldId="256"/>
        </pc:sldMkLst>
        <pc:spChg chg="mod">
          <ac:chgData name="Dmitrij Tchervonisjenko" userId="S::r1058442@student.thomasmore.be::0d35f27d-0d90-48cf-8461-2ca19c47f0a7" providerId="AD" clId="Web-{00000000-0000-0000-0000-000000000000}" dt="2026-10-09T09:26:40.769" v="63" actId="20577"/>
          <ac:spMkLst>
            <pc:docMk/>
            <pc:sldMk cId="109857222" sldId="256"/>
            <ac:spMk id="3" creationId="{00000000-0000-0000-0000-000000000000}"/>
          </ac:spMkLst>
        </pc:spChg>
        <pc:picChg chg="add del mod">
          <ac:chgData name="Dmitrij Tchervonisjenko" userId="S::r1058442@student.thomasmore.be::0d35f27d-0d90-48cf-8461-2ca19c47f0a7" providerId="AD" clId="Web-{00000000-0000-0000-0000-000000000000}" dt="2026-10-09T09:58:38.855" v="210"/>
          <ac:picMkLst>
            <pc:docMk/>
            <pc:sldMk cId="109857222" sldId="256"/>
            <ac:picMk id="4" creationId="{E4557DF2-391E-90E9-F7A5-7C2AF27A1877}"/>
          </ac:picMkLst>
        </pc:picChg>
        <pc:picChg chg="add mod">
          <ac:chgData name="Dmitrij Tchervonisjenko" userId="S::r1058442@student.thomasmore.be::0d35f27d-0d90-48cf-8461-2ca19c47f0a7" providerId="AD" clId="Web-{00000000-0000-0000-0000-000000000000}" dt="2026-10-09T10:00:48.359" v="218" actId="1076"/>
          <ac:picMkLst>
            <pc:docMk/>
            <pc:sldMk cId="109857222" sldId="256"/>
            <ac:picMk id="5" creationId="{9D5876D8-4D7E-E468-EEA1-F9F4070DC8B9}"/>
          </ac:picMkLst>
        </pc:picChg>
      </pc:sldChg>
      <pc:sldChg chg="modSp ord">
        <pc:chgData name="Dmitrij Tchervonisjenko" userId="S::r1058442@student.thomasmore.be::0d35f27d-0d90-48cf-8461-2ca19c47f0a7" providerId="AD" clId="Web-{00000000-0000-0000-0000-000000000000}" dt="2026-10-09T09:42:54.711" v="91" actId="1076"/>
        <pc:sldMkLst>
          <pc:docMk/>
          <pc:sldMk cId="654473899" sldId="258"/>
        </pc:sldMkLst>
        <pc:spChg chg="mod">
          <ac:chgData name="Dmitrij Tchervonisjenko" userId="S::r1058442@student.thomasmore.be::0d35f27d-0d90-48cf-8461-2ca19c47f0a7" providerId="AD" clId="Web-{00000000-0000-0000-0000-000000000000}" dt="2026-10-09T09:42:54.711" v="91" actId="1076"/>
          <ac:spMkLst>
            <pc:docMk/>
            <pc:sldMk cId="654473899" sldId="258"/>
            <ac:spMk id="2" creationId="{FF4B685E-3BA8-5751-B7E9-C380BFB2D0A3}"/>
          </ac:spMkLst>
        </pc:spChg>
      </pc:sldChg>
      <pc:sldChg chg="del">
        <pc:chgData name="Dmitrij Tchervonisjenko" userId="S::r1058442@student.thomasmore.be::0d35f27d-0d90-48cf-8461-2ca19c47f0a7" providerId="AD" clId="Web-{00000000-0000-0000-0000-000000000000}" dt="2026-10-09T09:44:16.666" v="97"/>
        <pc:sldMkLst>
          <pc:docMk/>
          <pc:sldMk cId="3932906380" sldId="259"/>
        </pc:sldMkLst>
      </pc:sldChg>
      <pc:sldChg chg="modSp ord delAnim">
        <pc:chgData name="Dmitrij Tchervonisjenko" userId="S::r1058442@student.thomasmore.be::0d35f27d-0d90-48cf-8461-2ca19c47f0a7" providerId="AD" clId="Web-{00000000-0000-0000-0000-000000000000}" dt="2026-10-09T09:53:10.984" v="167"/>
        <pc:sldMkLst>
          <pc:docMk/>
          <pc:sldMk cId="2586976309" sldId="264"/>
        </pc:sldMkLst>
        <pc:spChg chg="mod">
          <ac:chgData name="Dmitrij Tchervonisjenko" userId="S::r1058442@student.thomasmore.be::0d35f27d-0d90-48cf-8461-2ca19c47f0a7" providerId="AD" clId="Web-{00000000-0000-0000-0000-000000000000}" dt="2026-10-09T09:52:52.015" v="164" actId="1076"/>
          <ac:spMkLst>
            <pc:docMk/>
            <pc:sldMk cId="2586976309" sldId="264"/>
            <ac:spMk id="4" creationId="{4872169C-AD85-DC53-C418-A40E6C0ACC8C}"/>
          </ac:spMkLst>
        </pc:spChg>
        <pc:spChg chg="mod">
          <ac:chgData name="Dmitrij Tchervonisjenko" userId="S::r1058442@student.thomasmore.be::0d35f27d-0d90-48cf-8461-2ca19c47f0a7" providerId="AD" clId="Web-{00000000-0000-0000-0000-000000000000}" dt="2026-10-09T09:52:56.233" v="165" actId="1076"/>
          <ac:spMkLst>
            <pc:docMk/>
            <pc:sldMk cId="2586976309" sldId="264"/>
            <ac:spMk id="5" creationId="{9809271C-BB44-DB37-E446-290D4BA2E921}"/>
          </ac:spMkLst>
        </pc:spChg>
      </pc:sldChg>
      <pc:sldChg chg="addSp delSp modSp delAnim">
        <pc:chgData name="Dmitrij Tchervonisjenko" userId="S::r1058442@student.thomasmore.be::0d35f27d-0d90-48cf-8461-2ca19c47f0a7" providerId="AD" clId="Web-{00000000-0000-0000-0000-000000000000}" dt="2026-10-09T09:55:00.394" v="186"/>
        <pc:sldMkLst>
          <pc:docMk/>
          <pc:sldMk cId="529173759" sldId="265"/>
        </pc:sldMkLst>
        <pc:spChg chg="mod">
          <ac:chgData name="Dmitrij Tchervonisjenko" userId="S::r1058442@student.thomasmore.be::0d35f27d-0d90-48cf-8461-2ca19c47f0a7" providerId="AD" clId="Web-{00000000-0000-0000-0000-000000000000}" dt="2026-10-09T09:54:35.878" v="184" actId="20577"/>
          <ac:spMkLst>
            <pc:docMk/>
            <pc:sldMk cId="529173759" sldId="265"/>
            <ac:spMk id="2" creationId="{FB5DC305-6D15-9074-C74B-959B11C317D0}"/>
          </ac:spMkLst>
        </pc:spChg>
        <pc:spChg chg="del">
          <ac:chgData name="Dmitrij Tchervonisjenko" userId="S::r1058442@student.thomasmore.be::0d35f27d-0d90-48cf-8461-2ca19c47f0a7" providerId="AD" clId="Web-{00000000-0000-0000-0000-000000000000}" dt="2026-10-09T09:54:49.550" v="185"/>
          <ac:spMkLst>
            <pc:docMk/>
            <pc:sldMk cId="529173759" sldId="265"/>
            <ac:spMk id="3" creationId="{E4B1FAEE-76F6-A239-7377-F34D5483D945}"/>
          </ac:spMkLst>
        </pc:spChg>
        <pc:spChg chg="add del mod">
          <ac:chgData name="Dmitrij Tchervonisjenko" userId="S::r1058442@student.thomasmore.be::0d35f27d-0d90-48cf-8461-2ca19c47f0a7" providerId="AD" clId="Web-{00000000-0000-0000-0000-000000000000}" dt="2026-10-09T09:55:00.394" v="186"/>
          <ac:spMkLst>
            <pc:docMk/>
            <pc:sldMk cId="529173759" sldId="265"/>
            <ac:spMk id="7" creationId="{EB574E8C-D67D-21D7-5A14-F8179B54B421}"/>
          </ac:spMkLst>
        </pc:spChg>
      </pc:sldChg>
      <pc:sldChg chg="modSp">
        <pc:chgData name="Dmitrij Tchervonisjenko" userId="S::r1058442@student.thomasmore.be::0d35f27d-0d90-48cf-8461-2ca19c47f0a7" providerId="AD" clId="Web-{00000000-0000-0000-0000-000000000000}" dt="2026-10-09T09:47:37.846" v="112" actId="1076"/>
        <pc:sldMkLst>
          <pc:docMk/>
          <pc:sldMk cId="4010030820" sldId="267"/>
        </pc:sldMkLst>
        <pc:spChg chg="mod">
          <ac:chgData name="Dmitrij Tchervonisjenko" userId="S::r1058442@student.thomasmore.be::0d35f27d-0d90-48cf-8461-2ca19c47f0a7" providerId="AD" clId="Web-{00000000-0000-0000-0000-000000000000}" dt="2026-10-09T09:46:46.062" v="101" actId="20577"/>
          <ac:spMkLst>
            <pc:docMk/>
            <pc:sldMk cId="4010030820" sldId="267"/>
            <ac:spMk id="2" creationId="{51D7749A-DF52-0187-9463-296EFE672807}"/>
          </ac:spMkLst>
        </pc:spChg>
        <pc:spChg chg="mod">
          <ac:chgData name="Dmitrij Tchervonisjenko" userId="S::r1058442@student.thomasmore.be::0d35f27d-0d90-48cf-8461-2ca19c47f0a7" providerId="AD" clId="Web-{00000000-0000-0000-0000-000000000000}" dt="2026-10-09T09:47:37.846" v="112" actId="1076"/>
          <ac:spMkLst>
            <pc:docMk/>
            <pc:sldMk cId="4010030820" sldId="267"/>
            <ac:spMk id="3" creationId="{D08E34A8-F030-5417-3CD3-038FEE09DFA5}"/>
          </ac:spMkLst>
        </pc:spChg>
      </pc:sldChg>
      <pc:sldChg chg="modSp ord">
        <pc:chgData name="Dmitrij Tchervonisjenko" userId="S::r1058442@student.thomasmore.be::0d35f27d-0d90-48cf-8461-2ca19c47f0a7" providerId="AD" clId="Web-{00000000-0000-0000-0000-000000000000}" dt="2026-10-09T09:50:44.963" v="127"/>
        <pc:sldMkLst>
          <pc:docMk/>
          <pc:sldMk cId="3019741855" sldId="269"/>
        </pc:sldMkLst>
        <pc:spChg chg="mod">
          <ac:chgData name="Dmitrij Tchervonisjenko" userId="S::r1058442@student.thomasmore.be::0d35f27d-0d90-48cf-8461-2ca19c47f0a7" providerId="AD" clId="Web-{00000000-0000-0000-0000-000000000000}" dt="2026-10-09T09:48:39.770" v="114" actId="20577"/>
          <ac:spMkLst>
            <pc:docMk/>
            <pc:sldMk cId="3019741855" sldId="269"/>
            <ac:spMk id="2" creationId="{DB6F85FB-32E1-B61C-1960-18C545227EE2}"/>
          </ac:spMkLst>
        </pc:spChg>
        <pc:spChg chg="mod">
          <ac:chgData name="Dmitrij Tchervonisjenko" userId="S::r1058442@student.thomasmore.be::0d35f27d-0d90-48cf-8461-2ca19c47f0a7" providerId="AD" clId="Web-{00000000-0000-0000-0000-000000000000}" dt="2026-10-09T09:49:39.523" v="125" actId="1076"/>
          <ac:spMkLst>
            <pc:docMk/>
            <pc:sldMk cId="3019741855" sldId="269"/>
            <ac:spMk id="4" creationId="{9136F047-1CAE-792E-155A-728465C5E214}"/>
          </ac:spMkLst>
        </pc:spChg>
      </pc:sldChg>
      <pc:sldChg chg="delAnim">
        <pc:chgData name="Dmitrij Tchervonisjenko" userId="S::r1058442@student.thomasmore.be::0d35f27d-0d90-48cf-8461-2ca19c47f0a7" providerId="AD" clId="Web-{00000000-0000-0000-0000-000000000000}" dt="2026-10-09T09:53:31.672" v="171"/>
        <pc:sldMkLst>
          <pc:docMk/>
          <pc:sldMk cId="829552726" sldId="270"/>
        </pc:sldMkLst>
      </pc:sldChg>
      <pc:sldChg chg="del">
        <pc:chgData name="Dmitrij Tchervonisjenko" userId="S::r1058442@student.thomasmore.be::0d35f27d-0d90-48cf-8461-2ca19c47f0a7" providerId="AD" clId="Web-{00000000-0000-0000-0000-000000000000}" dt="2026-10-09T09:44:22.151" v="98"/>
        <pc:sldMkLst>
          <pc:docMk/>
          <pc:sldMk cId="1280741242" sldId="271"/>
        </pc:sldMkLst>
      </pc:sldChg>
      <pc:sldChg chg="del">
        <pc:chgData name="Dmitrij Tchervonisjenko" userId="S::r1058442@student.thomasmore.be::0d35f27d-0d90-48cf-8461-2ca19c47f0a7" providerId="AD" clId="Web-{00000000-0000-0000-0000-000000000000}" dt="2026-10-09T09:11:09.360" v="31"/>
        <pc:sldMkLst>
          <pc:docMk/>
          <pc:sldMk cId="863007136" sldId="272"/>
        </pc:sldMkLst>
      </pc:sldChg>
      <pc:sldChg chg="modSp">
        <pc:chgData name="Dmitrij Tchervonisjenko" userId="S::r1058442@student.thomasmore.be::0d35f27d-0d90-48cf-8461-2ca19c47f0a7" providerId="AD" clId="Web-{00000000-0000-0000-0000-000000000000}" dt="2026-10-09T09:10:59.250" v="30" actId="20577"/>
        <pc:sldMkLst>
          <pc:docMk/>
          <pc:sldMk cId="2000137539" sldId="273"/>
        </pc:sldMkLst>
        <pc:spChg chg="mod">
          <ac:chgData name="Dmitrij Tchervonisjenko" userId="S::r1058442@student.thomasmore.be::0d35f27d-0d90-48cf-8461-2ca19c47f0a7" providerId="AD" clId="Web-{00000000-0000-0000-0000-000000000000}" dt="2026-10-09T09:10:59.250" v="30" actId="20577"/>
          <ac:spMkLst>
            <pc:docMk/>
            <pc:sldMk cId="2000137539" sldId="273"/>
            <ac:spMk id="5" creationId="{2B1C3FE0-5895-8884-2D5A-EA445C365F76}"/>
          </ac:spMkLst>
        </pc:spChg>
        <pc:picChg chg="mod">
          <ac:chgData name="Dmitrij Tchervonisjenko" userId="S::r1058442@student.thomasmore.be::0d35f27d-0d90-48cf-8461-2ca19c47f0a7" providerId="AD" clId="Web-{00000000-0000-0000-0000-000000000000}" dt="2026-10-09T09:09:31.482" v="20" actId="1076"/>
          <ac:picMkLst>
            <pc:docMk/>
            <pc:sldMk cId="2000137539" sldId="273"/>
            <ac:picMk id="8" creationId="{242A69D7-3B29-1A37-F18C-A2A888744DE6}"/>
          </ac:picMkLst>
        </pc:picChg>
        <pc:picChg chg="mod">
          <ac:chgData name="Dmitrij Tchervonisjenko" userId="S::r1058442@student.thomasmore.be::0d35f27d-0d90-48cf-8461-2ca19c47f0a7" providerId="AD" clId="Web-{00000000-0000-0000-0000-000000000000}" dt="2026-10-09T09:10:45.218" v="29" actId="1076"/>
          <ac:picMkLst>
            <pc:docMk/>
            <pc:sldMk cId="2000137539" sldId="273"/>
            <ac:picMk id="9" creationId="{017A5C04-33E7-6723-CC76-3DF6BB09B646}"/>
          </ac:picMkLst>
        </pc:picChg>
      </pc:sldChg>
      <pc:sldChg chg="addSp delSp modSp add replId">
        <pc:chgData name="Dmitrij Tchervonisjenko" userId="S::r1058442@student.thomasmore.be::0d35f27d-0d90-48cf-8461-2ca19c47f0a7" providerId="AD" clId="Web-{00000000-0000-0000-0000-000000000000}" dt="2026-10-09T09:42:58.914" v="92" actId="1076"/>
        <pc:sldMkLst>
          <pc:docMk/>
          <pc:sldMk cId="3952573604" sldId="274"/>
        </pc:sldMkLst>
        <pc:spChg chg="del mod">
          <ac:chgData name="Dmitrij Tchervonisjenko" userId="S::r1058442@student.thomasmore.be::0d35f27d-0d90-48cf-8461-2ca19c47f0a7" providerId="AD" clId="Web-{00000000-0000-0000-0000-000000000000}" dt="2026-10-09T09:40:25.205" v="86"/>
          <ac:spMkLst>
            <pc:docMk/>
            <pc:sldMk cId="3952573604" sldId="274"/>
            <ac:spMk id="2" creationId="{6E842CC8-9116-04AE-614D-EA5A16D97012}"/>
          </ac:spMkLst>
        </pc:spChg>
        <pc:spChg chg="add del mod">
          <ac:chgData name="Dmitrij Tchervonisjenko" userId="S::r1058442@student.thomasmore.be::0d35f27d-0d90-48cf-8461-2ca19c47f0a7" providerId="AD" clId="Web-{00000000-0000-0000-0000-000000000000}" dt="2026-10-09T09:40:27.768" v="87"/>
          <ac:spMkLst>
            <pc:docMk/>
            <pc:sldMk cId="3952573604" sldId="274"/>
            <ac:spMk id="4" creationId="{B843A461-A9ED-8EF5-7553-432440E0C79E}"/>
          </ac:spMkLst>
        </pc:spChg>
        <pc:spChg chg="add mod">
          <ac:chgData name="Dmitrij Tchervonisjenko" userId="S::r1058442@student.thomasmore.be::0d35f27d-0d90-48cf-8461-2ca19c47f0a7" providerId="AD" clId="Web-{00000000-0000-0000-0000-000000000000}" dt="2026-10-09T09:42:58.914" v="92" actId="1076"/>
          <ac:spMkLst>
            <pc:docMk/>
            <pc:sldMk cId="3952573604" sldId="274"/>
            <ac:spMk id="6" creationId="{5A383F4D-40D1-5CD6-C70F-B93CB7B63D81}"/>
          </ac:spMkLst>
        </pc:spChg>
      </pc:sldChg>
      <pc:sldChg chg="modSp add replId">
        <pc:chgData name="Dmitrij Tchervonisjenko" userId="S::r1058442@student.thomasmore.be::0d35f27d-0d90-48cf-8461-2ca19c47f0a7" providerId="AD" clId="Web-{00000000-0000-0000-0000-000000000000}" dt="2026-10-09T09:43:19.805" v="94" actId="20577"/>
        <pc:sldMkLst>
          <pc:docMk/>
          <pc:sldMk cId="3938891634" sldId="275"/>
        </pc:sldMkLst>
        <pc:spChg chg="mod">
          <ac:chgData name="Dmitrij Tchervonisjenko" userId="S::r1058442@student.thomasmore.be::0d35f27d-0d90-48cf-8461-2ca19c47f0a7" providerId="AD" clId="Web-{00000000-0000-0000-0000-000000000000}" dt="2026-10-09T09:43:19.805" v="94" actId="20577"/>
          <ac:spMkLst>
            <pc:docMk/>
            <pc:sldMk cId="3938891634" sldId="275"/>
            <ac:spMk id="6" creationId="{CE938BD5-2256-7FC9-2FDC-CA2DBD859504}"/>
          </ac:spMkLst>
        </pc:spChg>
      </pc:sldChg>
      <pc:sldChg chg="modSp add replId">
        <pc:chgData name="Dmitrij Tchervonisjenko" userId="S::r1058442@student.thomasmore.be::0d35f27d-0d90-48cf-8461-2ca19c47f0a7" providerId="AD" clId="Web-{00000000-0000-0000-0000-000000000000}" dt="2026-10-09T09:43:49.712" v="96" actId="20577"/>
        <pc:sldMkLst>
          <pc:docMk/>
          <pc:sldMk cId="1828868381" sldId="276"/>
        </pc:sldMkLst>
        <pc:spChg chg="mod">
          <ac:chgData name="Dmitrij Tchervonisjenko" userId="S::r1058442@student.thomasmore.be::0d35f27d-0d90-48cf-8461-2ca19c47f0a7" providerId="AD" clId="Web-{00000000-0000-0000-0000-000000000000}" dt="2026-10-09T09:43:49.712" v="96" actId="20577"/>
          <ac:spMkLst>
            <pc:docMk/>
            <pc:sldMk cId="1828868381" sldId="276"/>
            <ac:spMk id="6" creationId="{098C74EC-5809-52A4-E846-1D8A48F5A57A}"/>
          </ac:spMkLst>
        </pc:spChg>
      </pc:sldChg>
      <pc:sldChg chg="modSp add replId">
        <pc:chgData name="Dmitrij Tchervonisjenko" userId="S::r1058442@student.thomasmore.be::0d35f27d-0d90-48cf-8461-2ca19c47f0a7" providerId="AD" clId="Web-{00000000-0000-0000-0000-000000000000}" dt="2026-10-09T09:47:40.877" v="113" actId="1076"/>
        <pc:sldMkLst>
          <pc:docMk/>
          <pc:sldMk cId="2299036286" sldId="277"/>
        </pc:sldMkLst>
        <pc:spChg chg="mod">
          <ac:chgData name="Dmitrij Tchervonisjenko" userId="S::r1058442@student.thomasmore.be::0d35f27d-0d90-48cf-8461-2ca19c47f0a7" providerId="AD" clId="Web-{00000000-0000-0000-0000-000000000000}" dt="2026-10-09T09:46:58.188" v="103" actId="20577"/>
          <ac:spMkLst>
            <pc:docMk/>
            <pc:sldMk cId="2299036286" sldId="277"/>
            <ac:spMk id="2" creationId="{1AAF9F68-BFFB-88EA-C51E-022006EE495E}"/>
          </ac:spMkLst>
        </pc:spChg>
        <pc:spChg chg="mod">
          <ac:chgData name="Dmitrij Tchervonisjenko" userId="S::r1058442@student.thomasmore.be::0d35f27d-0d90-48cf-8461-2ca19c47f0a7" providerId="AD" clId="Web-{00000000-0000-0000-0000-000000000000}" dt="2026-10-09T09:47:40.877" v="113" actId="1076"/>
          <ac:spMkLst>
            <pc:docMk/>
            <pc:sldMk cId="2299036286" sldId="277"/>
            <ac:spMk id="3" creationId="{8B72B2E0-CAD4-0C8F-6FDF-2A237C8CBEE0}"/>
          </ac:spMkLst>
        </pc:spChg>
      </pc:sldChg>
      <pc:sldChg chg="addSp delSp modSp add replId delAnim">
        <pc:chgData name="Dmitrij Tchervonisjenko" userId="S::r1058442@student.thomasmore.be::0d35f27d-0d90-48cf-8461-2ca19c47f0a7" providerId="AD" clId="Web-{00000000-0000-0000-0000-000000000000}" dt="2026-10-09T09:57:00.430" v="205" actId="1076"/>
        <pc:sldMkLst>
          <pc:docMk/>
          <pc:sldMk cId="3286183153" sldId="278"/>
        </pc:sldMkLst>
        <pc:spChg chg="mod">
          <ac:chgData name="Dmitrij Tchervonisjenko" userId="S::r1058442@student.thomasmore.be::0d35f27d-0d90-48cf-8461-2ca19c47f0a7" providerId="AD" clId="Web-{00000000-0000-0000-0000-000000000000}" dt="2026-10-09T09:54:10.689" v="173" actId="20577"/>
          <ac:spMkLst>
            <pc:docMk/>
            <pc:sldMk cId="3286183153" sldId="278"/>
            <ac:spMk id="2" creationId="{4D346FF8-0BE0-3F29-CBE7-9700F62D7802}"/>
          </ac:spMkLst>
        </pc:spChg>
        <pc:spChg chg="mod">
          <ac:chgData name="Dmitrij Tchervonisjenko" userId="S::r1058442@student.thomasmore.be::0d35f27d-0d90-48cf-8461-2ca19c47f0a7" providerId="AD" clId="Web-{00000000-0000-0000-0000-000000000000}" dt="2026-10-09T09:56:42.523" v="199" actId="20577"/>
          <ac:spMkLst>
            <pc:docMk/>
            <pc:sldMk cId="3286183153" sldId="278"/>
            <ac:spMk id="3" creationId="{F4BC6332-DEF7-DBE9-671C-0D13EE7D18A4}"/>
          </ac:spMkLst>
        </pc:spChg>
        <pc:spChg chg="mod">
          <ac:chgData name="Dmitrij Tchervonisjenko" userId="S::r1058442@student.thomasmore.be::0d35f27d-0d90-48cf-8461-2ca19c47f0a7" providerId="AD" clId="Web-{00000000-0000-0000-0000-000000000000}" dt="2026-10-09T09:56:57.992" v="204" actId="1076"/>
          <ac:spMkLst>
            <pc:docMk/>
            <pc:sldMk cId="3286183153" sldId="278"/>
            <ac:spMk id="4" creationId="{39ED74C6-F1DE-5413-1823-B48C1D4A5DA0}"/>
          </ac:spMkLst>
        </pc:spChg>
        <pc:spChg chg="add mod">
          <ac:chgData name="Dmitrij Tchervonisjenko" userId="S::r1058442@student.thomasmore.be::0d35f27d-0d90-48cf-8461-2ca19c47f0a7" providerId="AD" clId="Web-{00000000-0000-0000-0000-000000000000}" dt="2026-10-09T09:56:55.508" v="203" actId="1076"/>
          <ac:spMkLst>
            <pc:docMk/>
            <pc:sldMk cId="3286183153" sldId="278"/>
            <ac:spMk id="5" creationId="{B97DC500-64E0-8681-AAD4-78B0C6FAD855}"/>
          </ac:spMkLst>
        </pc:spChg>
        <pc:spChg chg="add mod">
          <ac:chgData name="Dmitrij Tchervonisjenko" userId="S::r1058442@student.thomasmore.be::0d35f27d-0d90-48cf-8461-2ca19c47f0a7" providerId="AD" clId="Web-{00000000-0000-0000-0000-000000000000}" dt="2026-10-09T09:56:51.554" v="201" actId="1076"/>
          <ac:spMkLst>
            <pc:docMk/>
            <pc:sldMk cId="3286183153" sldId="278"/>
            <ac:spMk id="7" creationId="{600FAA3A-3954-F033-636A-BC4A3A796B37}"/>
          </ac:spMkLst>
        </pc:spChg>
        <pc:spChg chg="del">
          <ac:chgData name="Dmitrij Tchervonisjenko" userId="S::r1058442@student.thomasmore.be::0d35f27d-0d90-48cf-8461-2ca19c47f0a7" providerId="AD" clId="Web-{00000000-0000-0000-0000-000000000000}" dt="2026-10-09T09:55:07.660" v="187"/>
          <ac:spMkLst>
            <pc:docMk/>
            <pc:sldMk cId="3286183153" sldId="278"/>
            <ac:spMk id="9" creationId="{1832067B-37DB-2062-D71A-31E861326790}"/>
          </ac:spMkLst>
        </pc:spChg>
        <pc:spChg chg="mod">
          <ac:chgData name="Dmitrij Tchervonisjenko" userId="S::r1058442@student.thomasmore.be::0d35f27d-0d90-48cf-8461-2ca19c47f0a7" providerId="AD" clId="Web-{00000000-0000-0000-0000-000000000000}" dt="2026-10-09T09:57:00.430" v="205" actId="1076"/>
          <ac:spMkLst>
            <pc:docMk/>
            <pc:sldMk cId="3286183153" sldId="278"/>
            <ac:spMk id="10" creationId="{7DC73EA8-F505-2460-D8D7-2095DA518EF5}"/>
          </ac:spMkLst>
        </pc:spChg>
        <pc:picChg chg="mod">
          <ac:chgData name="Dmitrij Tchervonisjenko" userId="S::r1058442@student.thomasmore.be::0d35f27d-0d90-48cf-8461-2ca19c47f0a7" providerId="AD" clId="Web-{00000000-0000-0000-0000-000000000000}" dt="2026-10-09T09:56:54.133" v="202" actId="1076"/>
          <ac:picMkLst>
            <pc:docMk/>
            <pc:sldMk cId="3286183153" sldId="278"/>
            <ac:picMk id="6" creationId="{7DE8788C-42B6-5B54-3CB6-64FBDA88EB12}"/>
          </ac:picMkLst>
        </pc:picChg>
        <pc:picChg chg="mod">
          <ac:chgData name="Dmitrij Tchervonisjenko" userId="S::r1058442@student.thomasmore.be::0d35f27d-0d90-48cf-8461-2ca19c47f0a7" providerId="AD" clId="Web-{00000000-0000-0000-0000-000000000000}" dt="2026-10-09T09:56:50.070" v="200" actId="1076"/>
          <ac:picMkLst>
            <pc:docMk/>
            <pc:sldMk cId="3286183153" sldId="278"/>
            <ac:picMk id="11" creationId="{45A3F539-D8AD-AFAD-AEFD-D3212873EBA9}"/>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3DDF9FB-7F40-4B66-98C4-120EABDF80E0}" type="datetimeFigureOut">
              <a:t>9-10-2026</a:t>
            </a:fld>
            <a:endParaRPr lang="nl-NL"/>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E7AD678-E066-4115-B5B1-E8CCB757BFFC}" type="slidenum">
              <a:t>‹nr.›</a:t>
            </a:fld>
            <a:endParaRPr lang="nl-NL"/>
          </a:p>
        </p:txBody>
      </p:sp>
    </p:spTree>
    <p:extLst>
      <p:ext uri="{BB962C8B-B14F-4D97-AF65-F5344CB8AC3E}">
        <p14:creationId xmlns:p14="http://schemas.microsoft.com/office/powerpoint/2010/main" val="37513107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dirty="0" err="1"/>
              <a:t>Goedemorgen</a:t>
            </a:r>
            <a:r>
              <a:rPr lang="en-US" dirty="0"/>
              <a:t> </a:t>
            </a:r>
            <a:r>
              <a:rPr lang="en-US" dirty="0" err="1"/>
              <a:t>allemaal</a:t>
            </a:r>
            <a:r>
              <a:rPr lang="en-US" dirty="0"/>
              <a:t>. Welkom </a:t>
            </a:r>
            <a:r>
              <a:rPr lang="en-US" dirty="0" err="1"/>
              <a:t>bij</a:t>
            </a:r>
            <a:r>
              <a:rPr lang="en-US" dirty="0"/>
              <a:t> de </a:t>
            </a:r>
            <a:r>
              <a:rPr lang="en-US" dirty="0" err="1"/>
              <a:t>presentatie</a:t>
            </a:r>
            <a:r>
              <a:rPr lang="en-US" dirty="0"/>
              <a:t> van Team Git Push &amp; Pray. </a:t>
            </a:r>
            <a:r>
              <a:rPr lang="en-US" dirty="0" err="1"/>
              <a:t>Vandaag</a:t>
            </a:r>
            <a:r>
              <a:rPr lang="en-US" dirty="0"/>
              <a:t> </a:t>
            </a:r>
            <a:r>
              <a:rPr lang="en-US" dirty="0" err="1"/>
              <a:t>nemen</a:t>
            </a:r>
            <a:r>
              <a:rPr lang="en-US" dirty="0"/>
              <a:t> we </a:t>
            </a:r>
            <a:r>
              <a:rPr lang="en-US" dirty="0" err="1"/>
              <a:t>jullie</a:t>
            </a:r>
            <a:r>
              <a:rPr lang="en-US" dirty="0"/>
              <a:t> mee in </a:t>
            </a:r>
            <a:r>
              <a:rPr lang="en-US" dirty="0" err="1"/>
              <a:t>onze</a:t>
            </a:r>
            <a:r>
              <a:rPr lang="en-US" dirty="0"/>
              <a:t> reis door twee </a:t>
            </a:r>
            <a:r>
              <a:rPr lang="en-US" dirty="0" err="1"/>
              <a:t>compleet</a:t>
            </a:r>
            <a:r>
              <a:rPr lang="en-US" dirty="0"/>
              <a:t> </a:t>
            </a:r>
            <a:r>
              <a:rPr lang="en-US" dirty="0" err="1"/>
              <a:t>verschillende</a:t>
            </a:r>
            <a:r>
              <a:rPr lang="en-US" dirty="0"/>
              <a:t> datasets: de </a:t>
            </a:r>
            <a:r>
              <a:rPr lang="en-US" dirty="0" err="1"/>
              <a:t>mysterieuze</a:t>
            </a:r>
            <a:r>
              <a:rPr lang="en-US" dirty="0"/>
              <a:t> 'Mushrooms' </a:t>
            </a:r>
            <a:r>
              <a:rPr lang="en-US" dirty="0" err="1"/>
              <a:t>en</a:t>
            </a:r>
            <a:r>
              <a:rPr lang="en-US" dirty="0"/>
              <a:t> de </a:t>
            </a:r>
            <a:r>
              <a:rPr lang="en-US" dirty="0" err="1"/>
              <a:t>enorme</a:t>
            </a:r>
            <a:r>
              <a:rPr lang="en-US" dirty="0"/>
              <a:t> 'Citi Bike' data </a:t>
            </a:r>
            <a:r>
              <a:rPr lang="en-US" dirty="0" err="1"/>
              <a:t>uit</a:t>
            </a:r>
            <a:r>
              <a:rPr lang="en-US" dirty="0"/>
              <a:t> New York. We laten </a:t>
            </a:r>
            <a:r>
              <a:rPr lang="en-US" dirty="0" err="1"/>
              <a:t>zien</a:t>
            </a:r>
            <a:r>
              <a:rPr lang="en-US" dirty="0"/>
              <a:t> hoe we van </a:t>
            </a:r>
            <a:r>
              <a:rPr lang="en-US" dirty="0" err="1"/>
              <a:t>ruwe</a:t>
            </a:r>
            <a:r>
              <a:rPr lang="en-US" dirty="0"/>
              <a:t> data tot cloud-</a:t>
            </a:r>
            <a:r>
              <a:rPr lang="en-US" dirty="0" err="1"/>
              <a:t>gebaseerde</a:t>
            </a:r>
            <a:r>
              <a:rPr lang="en-US" dirty="0"/>
              <a:t> </a:t>
            </a:r>
            <a:r>
              <a:rPr lang="en-US" dirty="0" err="1"/>
              <a:t>voorspellingen</a:t>
            </a:r>
            <a:r>
              <a:rPr lang="en-US" dirty="0"/>
              <a:t> </a:t>
            </a:r>
            <a:r>
              <a:rPr lang="en-US" dirty="0" err="1"/>
              <a:t>zijn</a:t>
            </a:r>
            <a:r>
              <a:rPr lang="en-US" dirty="0"/>
              <a:t> </a:t>
            </a:r>
            <a:r>
              <a:rPr lang="en-US" dirty="0" err="1"/>
              <a:t>gekomen</a:t>
            </a:r>
            <a:r>
              <a:rPr lang="en-US" dirty="0"/>
              <a:t>.</a:t>
            </a:r>
            <a:endParaRPr lang="nl-NL" dirty="0"/>
          </a:p>
        </p:txBody>
      </p:sp>
      <p:sp>
        <p:nvSpPr>
          <p:cNvPr id="4" name="Tijdelijke aanduiding voor dianummer 3"/>
          <p:cNvSpPr>
            <a:spLocks noGrp="1"/>
          </p:cNvSpPr>
          <p:nvPr>
            <p:ph type="sldNum" sz="quarter" idx="5"/>
          </p:nvPr>
        </p:nvSpPr>
        <p:spPr/>
        <p:txBody>
          <a:bodyPr/>
          <a:lstStyle/>
          <a:p>
            <a:fld id="{EE7AD678-E066-4115-B5B1-E8CCB757BFFC}" type="slidenum">
              <a:rPr lang="nl-NL"/>
              <a:t>1</a:t>
            </a:fld>
            <a:endParaRPr lang="nl-NL"/>
          </a:p>
        </p:txBody>
      </p:sp>
    </p:spTree>
    <p:extLst>
      <p:ext uri="{BB962C8B-B14F-4D97-AF65-F5344CB8AC3E}">
        <p14:creationId xmlns:p14="http://schemas.microsoft.com/office/powerpoint/2010/main" val="2918157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dirty="0" err="1"/>
              <a:t>Wij</a:t>
            </a:r>
            <a:r>
              <a:rPr lang="en-US" dirty="0"/>
              <a:t> </a:t>
            </a:r>
            <a:r>
              <a:rPr lang="en-US" dirty="0" err="1"/>
              <a:t>zijn</a:t>
            </a:r>
            <a:r>
              <a:rPr lang="en-US" dirty="0"/>
              <a:t> team Git Push &amp; Pray. </a:t>
            </a:r>
            <a:r>
              <a:rPr lang="en-US" dirty="0" err="1"/>
              <a:t>Onze</a:t>
            </a:r>
            <a:r>
              <a:rPr lang="en-US" dirty="0"/>
              <a:t> </a:t>
            </a:r>
            <a:r>
              <a:rPr lang="en-US" dirty="0" err="1"/>
              <a:t>filosofie</a:t>
            </a:r>
            <a:r>
              <a:rPr lang="en-US" dirty="0"/>
              <a:t> is </a:t>
            </a:r>
            <a:r>
              <a:rPr lang="en-US" dirty="0" err="1"/>
              <a:t>simpel</a:t>
            </a:r>
            <a:r>
              <a:rPr lang="en-US" dirty="0"/>
              <a:t>: </a:t>
            </a:r>
            <a:r>
              <a:rPr lang="en-US" dirty="0" err="1"/>
              <a:t>keihard</a:t>
            </a:r>
            <a:r>
              <a:rPr lang="en-US" dirty="0"/>
              <a:t> </a:t>
            </a:r>
            <a:r>
              <a:rPr lang="en-US" dirty="0" err="1"/>
              <a:t>coderen</a:t>
            </a:r>
            <a:r>
              <a:rPr lang="en-US" dirty="0"/>
              <a:t>, </a:t>
            </a:r>
            <a:r>
              <a:rPr lang="en-US" dirty="0" err="1"/>
              <a:t>lokaal</a:t>
            </a:r>
            <a:r>
              <a:rPr lang="en-US" dirty="0"/>
              <a:t> </a:t>
            </a:r>
            <a:r>
              <a:rPr lang="en-US" dirty="0" err="1"/>
              <a:t>testen</a:t>
            </a:r>
            <a:r>
              <a:rPr lang="en-US" dirty="0"/>
              <a:t>, </a:t>
            </a:r>
            <a:r>
              <a:rPr lang="en-US" dirty="0" err="1"/>
              <a:t>en</a:t>
            </a:r>
            <a:r>
              <a:rPr lang="en-US" dirty="0"/>
              <a:t> </a:t>
            </a:r>
            <a:r>
              <a:rPr lang="en-US" dirty="0" err="1"/>
              <a:t>hopen</a:t>
            </a:r>
            <a:r>
              <a:rPr lang="en-US" dirty="0"/>
              <a:t> </a:t>
            </a:r>
            <a:r>
              <a:rPr lang="en-US" dirty="0" err="1"/>
              <a:t>dat</a:t>
            </a:r>
            <a:r>
              <a:rPr lang="en-US" dirty="0"/>
              <a:t> GitHub Actions </a:t>
            </a:r>
            <a:r>
              <a:rPr lang="en-US" dirty="0" err="1"/>
              <a:t>niet</a:t>
            </a:r>
            <a:r>
              <a:rPr lang="en-US" dirty="0"/>
              <a:t> </a:t>
            </a:r>
            <a:r>
              <a:rPr lang="en-US" dirty="0" err="1"/>
              <a:t>crasht</a:t>
            </a:r>
            <a:r>
              <a:rPr lang="en-US" dirty="0"/>
              <a:t> </a:t>
            </a:r>
            <a:r>
              <a:rPr lang="en-US" dirty="0" err="1"/>
              <a:t>als</a:t>
            </a:r>
            <a:r>
              <a:rPr lang="en-US" dirty="0"/>
              <a:t> we </a:t>
            </a:r>
            <a:r>
              <a:rPr lang="en-US" dirty="0" err="1"/>
              <a:t>pushen</a:t>
            </a:r>
            <a:r>
              <a:rPr lang="en-US" dirty="0"/>
              <a:t>. Kobe is </a:t>
            </a:r>
            <a:r>
              <a:rPr lang="en-US" dirty="0" err="1"/>
              <a:t>onze</a:t>
            </a:r>
            <a:r>
              <a:rPr lang="en-US" dirty="0"/>
              <a:t> Cloud-expert </a:t>
            </a:r>
            <a:r>
              <a:rPr lang="en-US" dirty="0" err="1"/>
              <a:t>en</a:t>
            </a:r>
            <a:r>
              <a:rPr lang="en-US" dirty="0"/>
              <a:t> </a:t>
            </a:r>
            <a:r>
              <a:rPr lang="en-US" dirty="0" err="1"/>
              <a:t>verzorgt</a:t>
            </a:r>
            <a:r>
              <a:rPr lang="en-US" dirty="0"/>
              <a:t> </a:t>
            </a:r>
            <a:r>
              <a:rPr lang="en-US" dirty="0" err="1"/>
              <a:t>straks</a:t>
            </a:r>
            <a:r>
              <a:rPr lang="en-US" dirty="0"/>
              <a:t> de live demo. Brent </a:t>
            </a:r>
            <a:r>
              <a:rPr lang="en-US" dirty="0" err="1"/>
              <a:t>en</a:t>
            </a:r>
            <a:r>
              <a:rPr lang="en-US" dirty="0"/>
              <a:t> Cisse </a:t>
            </a:r>
            <a:r>
              <a:rPr lang="en-US" dirty="0" err="1"/>
              <a:t>hebben</a:t>
            </a:r>
            <a:r>
              <a:rPr lang="en-US" dirty="0"/>
              <a:t> de </a:t>
            </a:r>
            <a:r>
              <a:rPr lang="en-US" dirty="0" err="1"/>
              <a:t>zware</a:t>
            </a:r>
            <a:r>
              <a:rPr lang="en-US" dirty="0"/>
              <a:t> EDA </a:t>
            </a:r>
            <a:r>
              <a:rPr lang="en-US" dirty="0" err="1"/>
              <a:t>en</a:t>
            </a:r>
            <a:r>
              <a:rPr lang="en-US" dirty="0"/>
              <a:t> Model training </a:t>
            </a:r>
            <a:r>
              <a:rPr lang="en-US" dirty="0" err="1"/>
              <a:t>gedaan</a:t>
            </a:r>
            <a:r>
              <a:rPr lang="en-US" dirty="0"/>
              <a:t>, </a:t>
            </a:r>
            <a:r>
              <a:rPr lang="en-US" dirty="0" err="1"/>
              <a:t>en</a:t>
            </a:r>
            <a:r>
              <a:rPr lang="en-US" dirty="0"/>
              <a:t> Dmitrij is </a:t>
            </a:r>
            <a:r>
              <a:rPr lang="en-US" dirty="0" err="1"/>
              <a:t>onze</a:t>
            </a:r>
            <a:r>
              <a:rPr lang="en-US" dirty="0"/>
              <a:t> </a:t>
            </a:r>
            <a:r>
              <a:rPr lang="en-US" dirty="0" err="1"/>
              <a:t>evaluatie</a:t>
            </a:r>
            <a:r>
              <a:rPr lang="en-US" dirty="0"/>
              <a:t>- </a:t>
            </a:r>
            <a:r>
              <a:rPr lang="en-US" dirty="0" err="1"/>
              <a:t>en</a:t>
            </a:r>
            <a:r>
              <a:rPr lang="en-US" dirty="0"/>
              <a:t> </a:t>
            </a:r>
            <a:r>
              <a:rPr lang="en-US" dirty="0" err="1"/>
              <a:t>optimalisatie</a:t>
            </a:r>
            <a:r>
              <a:rPr lang="en-US" dirty="0"/>
              <a:t> specialist die de </a:t>
            </a:r>
            <a:r>
              <a:rPr lang="en-US" dirty="0" err="1"/>
              <a:t>modellen</a:t>
            </a:r>
            <a:r>
              <a:rPr lang="en-US" dirty="0"/>
              <a:t> tot in de </a:t>
            </a:r>
            <a:r>
              <a:rPr lang="en-US" dirty="0" err="1"/>
              <a:t>perfectie</a:t>
            </a:r>
            <a:r>
              <a:rPr lang="en-US" dirty="0"/>
              <a:t> </a:t>
            </a:r>
            <a:r>
              <a:rPr lang="en-US" dirty="0" err="1"/>
              <a:t>heeft</a:t>
            </a:r>
            <a:r>
              <a:rPr lang="en-US" dirty="0"/>
              <a:t> </a:t>
            </a:r>
            <a:r>
              <a:rPr lang="en-US" dirty="0" err="1"/>
              <a:t>verfijnd</a:t>
            </a:r>
            <a:endParaRPr lang="nl-NL" dirty="0" err="1"/>
          </a:p>
        </p:txBody>
      </p:sp>
      <p:sp>
        <p:nvSpPr>
          <p:cNvPr id="4" name="Tijdelijke aanduiding voor dianummer 3"/>
          <p:cNvSpPr>
            <a:spLocks noGrp="1"/>
          </p:cNvSpPr>
          <p:nvPr>
            <p:ph type="sldNum" sz="quarter" idx="5"/>
          </p:nvPr>
        </p:nvSpPr>
        <p:spPr/>
        <p:txBody>
          <a:bodyPr/>
          <a:lstStyle/>
          <a:p>
            <a:fld id="{EE7AD678-E066-4115-B5B1-E8CCB757BFFC}" type="slidenum">
              <a:rPr lang="nl-NL"/>
              <a:t>2</a:t>
            </a:fld>
            <a:endParaRPr lang="nl-NL"/>
          </a:p>
        </p:txBody>
      </p:sp>
    </p:spTree>
    <p:extLst>
      <p:ext uri="{BB962C8B-B14F-4D97-AF65-F5344CB8AC3E}">
        <p14:creationId xmlns:p14="http://schemas.microsoft.com/office/powerpoint/2010/main" val="8881414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dirty="0"/>
              <a:t>We </a:t>
            </a:r>
            <a:r>
              <a:rPr lang="en-US" dirty="0" err="1"/>
              <a:t>begonnen</a:t>
            </a:r>
            <a:r>
              <a:rPr lang="en-US" dirty="0"/>
              <a:t> met de Secondary Mushroom dataset. Het </a:t>
            </a:r>
            <a:r>
              <a:rPr lang="en-US" dirty="0" err="1"/>
              <a:t>hoofddoel</a:t>
            </a:r>
            <a:r>
              <a:rPr lang="en-US" dirty="0"/>
              <a:t> was </a:t>
            </a:r>
            <a:r>
              <a:rPr lang="en-US" dirty="0" err="1"/>
              <a:t>simpel</a:t>
            </a:r>
            <a:r>
              <a:rPr lang="en-US" dirty="0"/>
              <a:t>: </a:t>
            </a:r>
            <a:r>
              <a:rPr lang="en-US" dirty="0" err="1"/>
              <a:t>leven</a:t>
            </a:r>
            <a:r>
              <a:rPr lang="en-US" dirty="0"/>
              <a:t> of </a:t>
            </a:r>
            <a:r>
              <a:rPr lang="en-US" dirty="0" err="1"/>
              <a:t>dood</a:t>
            </a:r>
            <a:r>
              <a:rPr lang="en-US" dirty="0"/>
              <a:t>. We </a:t>
            </a:r>
            <a:r>
              <a:rPr lang="en-US" dirty="0" err="1"/>
              <a:t>moesten</a:t>
            </a:r>
            <a:r>
              <a:rPr lang="en-US" dirty="0"/>
              <a:t> </a:t>
            </a:r>
            <a:r>
              <a:rPr lang="en-US" dirty="0" err="1"/>
              <a:t>een</a:t>
            </a:r>
            <a:r>
              <a:rPr lang="en-US" dirty="0"/>
              <a:t> model </a:t>
            </a:r>
            <a:r>
              <a:rPr lang="en-US" dirty="0" err="1"/>
              <a:t>bouwen</a:t>
            </a:r>
            <a:r>
              <a:rPr lang="en-US" dirty="0"/>
              <a:t> </a:t>
            </a:r>
            <a:r>
              <a:rPr lang="en-US" dirty="0" err="1"/>
              <a:t>dat</a:t>
            </a:r>
            <a:r>
              <a:rPr lang="en-US" dirty="0"/>
              <a:t> perfect </a:t>
            </a:r>
            <a:r>
              <a:rPr lang="en-US" dirty="0" err="1"/>
              <a:t>kan</a:t>
            </a:r>
            <a:r>
              <a:rPr lang="en-US" dirty="0"/>
              <a:t> </a:t>
            </a:r>
            <a:r>
              <a:rPr lang="en-US" dirty="0" err="1"/>
              <a:t>classificeren</a:t>
            </a:r>
            <a:r>
              <a:rPr lang="en-US" dirty="0"/>
              <a:t> of </a:t>
            </a:r>
            <a:r>
              <a:rPr lang="en-US" dirty="0" err="1"/>
              <a:t>een</a:t>
            </a:r>
            <a:r>
              <a:rPr lang="en-US" dirty="0"/>
              <a:t> </a:t>
            </a:r>
            <a:r>
              <a:rPr lang="en-US" dirty="0" err="1"/>
              <a:t>paddenstoel</a:t>
            </a:r>
            <a:r>
              <a:rPr lang="en-US" dirty="0"/>
              <a:t> </a:t>
            </a:r>
            <a:r>
              <a:rPr lang="en-US" dirty="0" err="1"/>
              <a:t>giftig</a:t>
            </a:r>
            <a:r>
              <a:rPr lang="en-US" dirty="0"/>
              <a:t> of </a:t>
            </a:r>
            <a:r>
              <a:rPr lang="en-US" dirty="0" err="1"/>
              <a:t>eetbaar</a:t>
            </a:r>
            <a:r>
              <a:rPr lang="en-US" dirty="0"/>
              <a:t> is. Al </a:t>
            </a:r>
            <a:r>
              <a:rPr lang="en-US" dirty="0" err="1"/>
              <a:t>snel</a:t>
            </a:r>
            <a:r>
              <a:rPr lang="en-US" dirty="0"/>
              <a:t> </a:t>
            </a:r>
            <a:r>
              <a:rPr lang="en-US" dirty="0" err="1"/>
              <a:t>zagen</a:t>
            </a:r>
            <a:r>
              <a:rPr lang="en-US" dirty="0"/>
              <a:t> we in de data </a:t>
            </a:r>
            <a:r>
              <a:rPr lang="en-US" dirty="0" err="1"/>
              <a:t>sterke</a:t>
            </a:r>
            <a:r>
              <a:rPr lang="en-US" dirty="0"/>
              <a:t> </a:t>
            </a:r>
            <a:r>
              <a:rPr lang="en-US" dirty="0" err="1"/>
              <a:t>patronen</a:t>
            </a:r>
            <a:r>
              <a:rPr lang="en-US" dirty="0"/>
              <a:t>: </a:t>
            </a:r>
            <a:r>
              <a:rPr lang="en-US" dirty="0" err="1"/>
              <a:t>specifieke</a:t>
            </a:r>
            <a:r>
              <a:rPr lang="en-US" dirty="0"/>
              <a:t> </a:t>
            </a:r>
            <a:r>
              <a:rPr lang="en-US" dirty="0" err="1"/>
              <a:t>combinaties</a:t>
            </a:r>
            <a:r>
              <a:rPr lang="en-US" dirty="0"/>
              <a:t> van hoed-</a:t>
            </a:r>
            <a:r>
              <a:rPr lang="en-US" dirty="0" err="1"/>
              <a:t>vormen</a:t>
            </a:r>
            <a:r>
              <a:rPr lang="en-US" dirty="0"/>
              <a:t> </a:t>
            </a:r>
            <a:r>
              <a:rPr lang="en-US" dirty="0" err="1"/>
              <a:t>en</a:t>
            </a:r>
            <a:r>
              <a:rPr lang="en-US" dirty="0"/>
              <a:t> </a:t>
            </a:r>
            <a:r>
              <a:rPr lang="en-US" dirty="0" err="1"/>
              <a:t>geuren</a:t>
            </a:r>
            <a:r>
              <a:rPr lang="en-US" dirty="0"/>
              <a:t> </a:t>
            </a:r>
            <a:r>
              <a:rPr lang="en-US" dirty="0" err="1"/>
              <a:t>wezen</a:t>
            </a:r>
            <a:r>
              <a:rPr lang="en-US" dirty="0"/>
              <a:t> </a:t>
            </a:r>
            <a:r>
              <a:rPr lang="en-US" dirty="0" err="1"/>
              <a:t>vrijwel</a:t>
            </a:r>
            <a:r>
              <a:rPr lang="en-US" dirty="0"/>
              <a:t> </a:t>
            </a:r>
            <a:r>
              <a:rPr lang="en-US" dirty="0" err="1"/>
              <a:t>altijd</a:t>
            </a:r>
            <a:r>
              <a:rPr lang="en-US" dirty="0"/>
              <a:t> op </a:t>
            </a:r>
            <a:r>
              <a:rPr lang="en-US" dirty="0" err="1"/>
              <a:t>gevaar</a:t>
            </a:r>
            <a:r>
              <a:rPr lang="en-US" dirty="0"/>
              <a:t>.</a:t>
            </a:r>
            <a:endParaRPr lang="nl-NL" dirty="0"/>
          </a:p>
        </p:txBody>
      </p:sp>
      <p:sp>
        <p:nvSpPr>
          <p:cNvPr id="4" name="Tijdelijke aanduiding voor dianummer 3"/>
          <p:cNvSpPr>
            <a:spLocks noGrp="1"/>
          </p:cNvSpPr>
          <p:nvPr>
            <p:ph type="sldNum" sz="quarter" idx="5"/>
          </p:nvPr>
        </p:nvSpPr>
        <p:spPr/>
        <p:txBody>
          <a:bodyPr/>
          <a:lstStyle/>
          <a:p>
            <a:fld id="{EE7AD678-E066-4115-B5B1-E8CCB757BFFC}" type="slidenum">
              <a:rPr lang="nl-NL"/>
              <a:t>3</a:t>
            </a:fld>
            <a:endParaRPr lang="nl-NL"/>
          </a:p>
        </p:txBody>
      </p:sp>
    </p:spTree>
    <p:extLst>
      <p:ext uri="{BB962C8B-B14F-4D97-AF65-F5344CB8AC3E}">
        <p14:creationId xmlns:p14="http://schemas.microsoft.com/office/powerpoint/2010/main" val="36991972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dirty="0"/>
              <a:t>Maar de data was </a:t>
            </a:r>
            <a:r>
              <a:rPr lang="en-US" dirty="0" err="1"/>
              <a:t>allesbehalve</a:t>
            </a:r>
            <a:r>
              <a:rPr lang="en-US" dirty="0"/>
              <a:t> </a:t>
            </a:r>
            <a:r>
              <a:rPr lang="en-US" dirty="0" err="1"/>
              <a:t>schoon</a:t>
            </a:r>
            <a:r>
              <a:rPr lang="en-US" dirty="0"/>
              <a:t>. Sterker </a:t>
            </a:r>
            <a:r>
              <a:rPr lang="en-US" dirty="0" err="1"/>
              <a:t>nog</a:t>
            </a:r>
            <a:r>
              <a:rPr lang="en-US" dirty="0"/>
              <a:t>, we </a:t>
            </a:r>
            <a:r>
              <a:rPr lang="en-US" dirty="0" err="1"/>
              <a:t>ontdekten</a:t>
            </a:r>
            <a:r>
              <a:rPr lang="en-US" dirty="0"/>
              <a:t> </a:t>
            </a:r>
            <a:r>
              <a:rPr lang="en-US" dirty="0" err="1"/>
              <a:t>een</a:t>
            </a:r>
            <a:r>
              <a:rPr lang="en-US" dirty="0"/>
              <a:t> </a:t>
            </a:r>
            <a:r>
              <a:rPr lang="en-US" dirty="0" err="1"/>
              <a:t>paar</a:t>
            </a:r>
            <a:r>
              <a:rPr lang="en-US" dirty="0"/>
              <a:t> </a:t>
            </a:r>
            <a:r>
              <a:rPr lang="en-US" dirty="0" err="1"/>
              <a:t>flinke</a:t>
            </a:r>
            <a:r>
              <a:rPr lang="en-US" dirty="0"/>
              <a:t> anomalies. De </a:t>
            </a:r>
            <a:r>
              <a:rPr lang="en-US" dirty="0" err="1"/>
              <a:t>kolom</a:t>
            </a:r>
            <a:r>
              <a:rPr lang="en-US" dirty="0"/>
              <a:t> 'spore-print-color' </a:t>
            </a:r>
            <a:r>
              <a:rPr lang="en-US" dirty="0" err="1"/>
              <a:t>bestond</a:t>
            </a:r>
            <a:r>
              <a:rPr lang="en-US" dirty="0"/>
              <a:t> </a:t>
            </a:r>
            <a:r>
              <a:rPr lang="en-US" dirty="0" err="1"/>
              <a:t>voor</a:t>
            </a:r>
            <a:r>
              <a:rPr lang="en-US" dirty="0"/>
              <a:t> 95% </a:t>
            </a:r>
            <a:r>
              <a:rPr lang="en-US" dirty="0" err="1"/>
              <a:t>uit</a:t>
            </a:r>
            <a:r>
              <a:rPr lang="en-US" dirty="0"/>
              <a:t> </a:t>
            </a:r>
            <a:r>
              <a:rPr lang="en-US" dirty="0" err="1"/>
              <a:t>lege</a:t>
            </a:r>
            <a:r>
              <a:rPr lang="en-US" dirty="0"/>
              <a:t> </a:t>
            </a:r>
            <a:r>
              <a:rPr lang="en-US" dirty="0" err="1"/>
              <a:t>waarden</a:t>
            </a:r>
            <a:r>
              <a:rPr lang="en-US" dirty="0"/>
              <a:t>. </a:t>
            </a:r>
            <a:r>
              <a:rPr lang="en-US" dirty="0" err="1"/>
              <a:t>Daarnaast</a:t>
            </a:r>
            <a:r>
              <a:rPr lang="en-US" dirty="0"/>
              <a:t> </a:t>
            </a:r>
            <a:r>
              <a:rPr lang="en-US" dirty="0" err="1"/>
              <a:t>vonden</a:t>
            </a:r>
            <a:r>
              <a:rPr lang="en-US" dirty="0"/>
              <a:t> we </a:t>
            </a:r>
            <a:r>
              <a:rPr lang="en-US" dirty="0" err="1"/>
              <a:t>vreemde</a:t>
            </a:r>
            <a:r>
              <a:rPr lang="en-US" dirty="0"/>
              <a:t> '</a:t>
            </a:r>
            <a:r>
              <a:rPr lang="en-US" dirty="0" err="1"/>
              <a:t>jumbled_noise</a:t>
            </a:r>
            <a:r>
              <a:rPr lang="en-US" dirty="0"/>
              <a:t>' </a:t>
            </a:r>
            <a:r>
              <a:rPr lang="en-US" dirty="0" err="1"/>
              <a:t>kolommen</a:t>
            </a:r>
            <a:r>
              <a:rPr lang="en-US" dirty="0"/>
              <a:t>. Dit </a:t>
            </a:r>
            <a:r>
              <a:rPr lang="en-US" dirty="0" err="1"/>
              <a:t>zagen</a:t>
            </a:r>
            <a:r>
              <a:rPr lang="en-US" dirty="0"/>
              <a:t> we </a:t>
            </a:r>
            <a:r>
              <a:rPr lang="en-US" dirty="0" err="1"/>
              <a:t>als</a:t>
            </a:r>
            <a:r>
              <a:rPr lang="en-US" dirty="0"/>
              <a:t> </a:t>
            </a:r>
            <a:r>
              <a:rPr lang="en-US" dirty="0" err="1"/>
              <a:t>een</a:t>
            </a:r>
            <a:r>
              <a:rPr lang="en-US" dirty="0"/>
              <a:t> </a:t>
            </a:r>
            <a:r>
              <a:rPr lang="en-US" dirty="0" err="1"/>
              <a:t>directe</a:t>
            </a:r>
            <a:r>
              <a:rPr lang="en-US" dirty="0"/>
              <a:t> test van </a:t>
            </a:r>
            <a:r>
              <a:rPr lang="en-US" dirty="0" err="1"/>
              <a:t>onze</a:t>
            </a:r>
            <a:r>
              <a:rPr lang="en-US" dirty="0"/>
              <a:t> </a:t>
            </a:r>
            <a:r>
              <a:rPr lang="en-US" dirty="0" err="1"/>
              <a:t>datakwaliteit</a:t>
            </a:r>
            <a:r>
              <a:rPr lang="en-US" dirty="0"/>
              <a:t>-skills.</a:t>
            </a:r>
            <a:endParaRPr lang="nl-NL" dirty="0"/>
          </a:p>
        </p:txBody>
      </p:sp>
      <p:sp>
        <p:nvSpPr>
          <p:cNvPr id="4" name="Tijdelijke aanduiding voor dianummer 3"/>
          <p:cNvSpPr>
            <a:spLocks noGrp="1"/>
          </p:cNvSpPr>
          <p:nvPr>
            <p:ph type="sldNum" sz="quarter" idx="5"/>
          </p:nvPr>
        </p:nvSpPr>
        <p:spPr/>
        <p:txBody>
          <a:bodyPr/>
          <a:lstStyle/>
          <a:p>
            <a:fld id="{EE7AD678-E066-4115-B5B1-E8CCB757BFFC}" type="slidenum">
              <a:rPr lang="nl-NL"/>
              <a:t>4</a:t>
            </a:fld>
            <a:endParaRPr lang="nl-NL"/>
          </a:p>
        </p:txBody>
      </p:sp>
    </p:spTree>
    <p:extLst>
      <p:ext uri="{BB962C8B-B14F-4D97-AF65-F5344CB8AC3E}">
        <p14:creationId xmlns:p14="http://schemas.microsoft.com/office/powerpoint/2010/main" val="16379323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dirty="0"/>
              <a:t>Wat we </a:t>
            </a:r>
            <a:r>
              <a:rPr lang="en-US" dirty="0" err="1"/>
              <a:t>verwachtten</a:t>
            </a:r>
            <a:r>
              <a:rPr lang="en-US" dirty="0"/>
              <a:t>, </a:t>
            </a:r>
            <a:r>
              <a:rPr lang="en-US" dirty="0" err="1"/>
              <a:t>kwam</a:t>
            </a:r>
            <a:r>
              <a:rPr lang="en-US" dirty="0"/>
              <a:t> </a:t>
            </a:r>
            <a:r>
              <a:rPr lang="en-US" dirty="0" err="1"/>
              <a:t>ook</a:t>
            </a:r>
            <a:r>
              <a:rPr lang="en-US" dirty="0"/>
              <a:t> </a:t>
            </a:r>
            <a:r>
              <a:rPr lang="en-US" dirty="0" err="1"/>
              <a:t>uit</a:t>
            </a:r>
            <a:r>
              <a:rPr lang="en-US" dirty="0"/>
              <a:t>: </a:t>
            </a:r>
            <a:r>
              <a:rPr lang="en-US" dirty="0" err="1"/>
              <a:t>fysieke</a:t>
            </a:r>
            <a:r>
              <a:rPr lang="en-US" dirty="0"/>
              <a:t> </a:t>
            </a:r>
            <a:r>
              <a:rPr lang="en-US" dirty="0" err="1"/>
              <a:t>kenmerken</a:t>
            </a:r>
            <a:r>
              <a:rPr lang="en-US" dirty="0"/>
              <a:t> </a:t>
            </a:r>
            <a:r>
              <a:rPr lang="en-US" dirty="0" err="1"/>
              <a:t>zoals</a:t>
            </a:r>
            <a:r>
              <a:rPr lang="en-US" dirty="0"/>
              <a:t> de </a:t>
            </a:r>
            <a:r>
              <a:rPr lang="en-US" dirty="0" err="1"/>
              <a:t>stam</a:t>
            </a:r>
            <a:r>
              <a:rPr lang="en-US" dirty="0"/>
              <a:t> </a:t>
            </a:r>
            <a:r>
              <a:rPr lang="en-US" dirty="0" err="1"/>
              <a:t>en</a:t>
            </a:r>
            <a:r>
              <a:rPr lang="en-US" dirty="0"/>
              <a:t> de </a:t>
            </a:r>
            <a:r>
              <a:rPr lang="en-US" dirty="0" err="1"/>
              <a:t>geur</a:t>
            </a:r>
            <a:r>
              <a:rPr lang="en-US" dirty="0"/>
              <a:t> </a:t>
            </a:r>
            <a:r>
              <a:rPr lang="en-US" dirty="0" err="1"/>
              <a:t>bleken</a:t>
            </a:r>
            <a:r>
              <a:rPr lang="en-US" dirty="0"/>
              <a:t> </a:t>
            </a:r>
            <a:r>
              <a:rPr lang="en-US" dirty="0" err="1"/>
              <a:t>inderdaad</a:t>
            </a:r>
            <a:r>
              <a:rPr lang="en-US" dirty="0"/>
              <a:t> de </a:t>
            </a:r>
            <a:r>
              <a:rPr lang="en-US" dirty="0" err="1"/>
              <a:t>sterkste</a:t>
            </a:r>
            <a:r>
              <a:rPr lang="en-US" dirty="0"/>
              <a:t> </a:t>
            </a:r>
            <a:r>
              <a:rPr lang="en-US" dirty="0" err="1"/>
              <a:t>voorspellers</a:t>
            </a:r>
            <a:r>
              <a:rPr lang="en-US" dirty="0"/>
              <a:t> </a:t>
            </a:r>
            <a:r>
              <a:rPr lang="en-US" dirty="0" err="1"/>
              <a:t>te</a:t>
            </a:r>
            <a:r>
              <a:rPr lang="en-US" dirty="0"/>
              <a:t> </a:t>
            </a:r>
            <a:r>
              <a:rPr lang="en-US" dirty="0" err="1"/>
              <a:t>zijn</a:t>
            </a:r>
            <a:r>
              <a:rPr lang="en-US" dirty="0"/>
              <a:t> </a:t>
            </a:r>
            <a:r>
              <a:rPr lang="en-US" dirty="0" err="1"/>
              <a:t>voor</a:t>
            </a:r>
            <a:r>
              <a:rPr lang="en-US" dirty="0"/>
              <a:t> </a:t>
            </a:r>
            <a:r>
              <a:rPr lang="en-US" dirty="0" err="1"/>
              <a:t>giftigheid</a:t>
            </a:r>
            <a:r>
              <a:rPr lang="en-US" dirty="0"/>
              <a:t>. Dit </a:t>
            </a:r>
            <a:r>
              <a:rPr lang="en-US" dirty="0" err="1"/>
              <a:t>bevestigde</a:t>
            </a:r>
            <a:r>
              <a:rPr lang="en-US" dirty="0"/>
              <a:t> </a:t>
            </a:r>
            <a:r>
              <a:rPr lang="en-US" dirty="0" err="1"/>
              <a:t>dat</a:t>
            </a:r>
            <a:r>
              <a:rPr lang="en-US" dirty="0"/>
              <a:t> de </a:t>
            </a:r>
            <a:r>
              <a:rPr lang="en-US" dirty="0" err="1"/>
              <a:t>biologische</a:t>
            </a:r>
            <a:r>
              <a:rPr lang="en-US" dirty="0"/>
              <a:t> </a:t>
            </a:r>
            <a:r>
              <a:rPr lang="en-US" dirty="0" err="1"/>
              <a:t>logica</a:t>
            </a:r>
            <a:r>
              <a:rPr lang="en-US" dirty="0"/>
              <a:t> </a:t>
            </a:r>
            <a:r>
              <a:rPr lang="en-US" dirty="0" err="1"/>
              <a:t>ook</a:t>
            </a:r>
            <a:r>
              <a:rPr lang="en-US" dirty="0"/>
              <a:t> </a:t>
            </a:r>
            <a:r>
              <a:rPr lang="en-US" dirty="0" err="1"/>
              <a:t>wiskundig</a:t>
            </a:r>
            <a:r>
              <a:rPr lang="en-US" dirty="0"/>
              <a:t> in de dataset </a:t>
            </a:r>
            <a:r>
              <a:rPr lang="en-US" dirty="0" err="1"/>
              <a:t>terug</a:t>
            </a:r>
            <a:r>
              <a:rPr lang="en-US" dirty="0"/>
              <a:t> </a:t>
            </a:r>
            <a:r>
              <a:rPr lang="en-US" dirty="0" err="1"/>
              <a:t>te</a:t>
            </a:r>
            <a:r>
              <a:rPr lang="en-US" dirty="0"/>
              <a:t> </a:t>
            </a:r>
            <a:r>
              <a:rPr lang="en-US" dirty="0" err="1"/>
              <a:t>vinden</a:t>
            </a:r>
            <a:r>
              <a:rPr lang="en-US" dirty="0"/>
              <a:t> was.</a:t>
            </a:r>
            <a:endParaRPr lang="nl-NL" dirty="0"/>
          </a:p>
        </p:txBody>
      </p:sp>
      <p:sp>
        <p:nvSpPr>
          <p:cNvPr id="4" name="Tijdelijke aanduiding voor dianummer 3"/>
          <p:cNvSpPr>
            <a:spLocks noGrp="1"/>
          </p:cNvSpPr>
          <p:nvPr>
            <p:ph type="sldNum" sz="quarter" idx="5"/>
          </p:nvPr>
        </p:nvSpPr>
        <p:spPr/>
        <p:txBody>
          <a:bodyPr/>
          <a:lstStyle/>
          <a:p>
            <a:fld id="{EE7AD678-E066-4115-B5B1-E8CCB757BFFC}" type="slidenum">
              <a:rPr lang="nl-NL"/>
              <a:t>5</a:t>
            </a:fld>
            <a:endParaRPr lang="nl-NL"/>
          </a:p>
        </p:txBody>
      </p:sp>
    </p:spTree>
    <p:extLst>
      <p:ext uri="{BB962C8B-B14F-4D97-AF65-F5344CB8AC3E}">
        <p14:creationId xmlns:p14="http://schemas.microsoft.com/office/powerpoint/2010/main" val="29505352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dirty="0"/>
              <a:t>Wat we </a:t>
            </a:r>
            <a:r>
              <a:rPr lang="en-US" dirty="0" err="1"/>
              <a:t>níet</a:t>
            </a:r>
            <a:r>
              <a:rPr lang="en-US" dirty="0"/>
              <a:t> </a:t>
            </a:r>
            <a:r>
              <a:rPr lang="en-US" dirty="0" err="1"/>
              <a:t>verwachtten</a:t>
            </a:r>
            <a:r>
              <a:rPr lang="en-US" dirty="0"/>
              <a:t>, was de </a:t>
            </a:r>
            <a:r>
              <a:rPr lang="en-US" dirty="0" err="1"/>
              <a:t>aard</a:t>
            </a:r>
            <a:r>
              <a:rPr lang="en-US" dirty="0"/>
              <a:t> van die '</a:t>
            </a:r>
            <a:r>
              <a:rPr lang="en-US" dirty="0" err="1"/>
              <a:t>jumbled_noise</a:t>
            </a:r>
            <a:r>
              <a:rPr lang="en-US" dirty="0"/>
              <a:t>' </a:t>
            </a:r>
            <a:r>
              <a:rPr lang="en-US" dirty="0" err="1"/>
              <a:t>kolommen</a:t>
            </a:r>
            <a:r>
              <a:rPr lang="en-US" dirty="0"/>
              <a:t>. Na wat </a:t>
            </a:r>
            <a:r>
              <a:rPr lang="en-US" dirty="0" err="1"/>
              <a:t>analyse</a:t>
            </a:r>
            <a:r>
              <a:rPr lang="en-US" dirty="0"/>
              <a:t> </a:t>
            </a:r>
            <a:r>
              <a:rPr lang="en-US" dirty="0" err="1"/>
              <a:t>bleken</a:t>
            </a:r>
            <a:r>
              <a:rPr lang="en-US" dirty="0"/>
              <a:t> </a:t>
            </a:r>
            <a:r>
              <a:rPr lang="en-US" dirty="0" err="1"/>
              <a:t>dit</a:t>
            </a:r>
            <a:r>
              <a:rPr lang="en-US" dirty="0"/>
              <a:t> </a:t>
            </a:r>
            <a:r>
              <a:rPr lang="en-US" dirty="0" err="1"/>
              <a:t>wiskundig</a:t>
            </a:r>
            <a:r>
              <a:rPr lang="en-US" dirty="0"/>
              <a:t> </a:t>
            </a:r>
            <a:r>
              <a:rPr lang="en-US" dirty="0" err="1"/>
              <a:t>exacte</a:t>
            </a:r>
            <a:r>
              <a:rPr lang="en-US" dirty="0"/>
              <a:t> </a:t>
            </a:r>
            <a:r>
              <a:rPr lang="en-US" dirty="0" err="1"/>
              <a:t>kopieën</a:t>
            </a:r>
            <a:r>
              <a:rPr lang="en-US" dirty="0"/>
              <a:t> </a:t>
            </a:r>
            <a:r>
              <a:rPr lang="en-US" dirty="0" err="1"/>
              <a:t>te</a:t>
            </a:r>
            <a:r>
              <a:rPr lang="en-US" dirty="0"/>
              <a:t> </a:t>
            </a:r>
            <a:r>
              <a:rPr lang="en-US" dirty="0" err="1"/>
              <a:t>zijn</a:t>
            </a:r>
            <a:r>
              <a:rPr lang="en-US" dirty="0"/>
              <a:t> van de 'cap-shape' </a:t>
            </a:r>
            <a:r>
              <a:rPr lang="en-US" dirty="0" err="1"/>
              <a:t>kolom</a:t>
            </a:r>
            <a:r>
              <a:rPr lang="en-US" dirty="0"/>
              <a:t>. Als we </a:t>
            </a:r>
            <a:r>
              <a:rPr lang="en-US" dirty="0" err="1"/>
              <a:t>dit</a:t>
            </a:r>
            <a:r>
              <a:rPr lang="en-US" dirty="0"/>
              <a:t> </a:t>
            </a:r>
            <a:r>
              <a:rPr lang="en-US" dirty="0" err="1"/>
              <a:t>niet</a:t>
            </a:r>
            <a:r>
              <a:rPr lang="en-US" dirty="0"/>
              <a:t> </a:t>
            </a:r>
            <a:r>
              <a:rPr lang="en-US" dirty="0" err="1"/>
              <a:t>hadden</a:t>
            </a:r>
            <a:r>
              <a:rPr lang="en-US" dirty="0"/>
              <a:t> </a:t>
            </a:r>
            <a:r>
              <a:rPr lang="en-US" dirty="0" err="1"/>
              <a:t>opgemerkt</a:t>
            </a:r>
            <a:r>
              <a:rPr lang="en-US" dirty="0"/>
              <a:t>, had </a:t>
            </a:r>
            <a:r>
              <a:rPr lang="en-US" dirty="0" err="1"/>
              <a:t>ons</a:t>
            </a:r>
            <a:r>
              <a:rPr lang="en-US" dirty="0"/>
              <a:t> model last </a:t>
            </a:r>
            <a:r>
              <a:rPr lang="en-US" dirty="0" err="1"/>
              <a:t>gekregen</a:t>
            </a:r>
            <a:r>
              <a:rPr lang="en-US" dirty="0"/>
              <a:t> van </a:t>
            </a:r>
            <a:r>
              <a:rPr lang="en-US" dirty="0" err="1"/>
              <a:t>multicollineariteit</a:t>
            </a:r>
            <a:r>
              <a:rPr lang="en-US" dirty="0"/>
              <a:t>, wat de </a:t>
            </a:r>
            <a:r>
              <a:rPr lang="en-US" dirty="0" err="1"/>
              <a:t>voorspellingen</a:t>
            </a:r>
            <a:r>
              <a:rPr lang="en-US" dirty="0"/>
              <a:t> </a:t>
            </a:r>
            <a:r>
              <a:rPr lang="en-US" dirty="0" err="1"/>
              <a:t>instabiel</a:t>
            </a:r>
            <a:r>
              <a:rPr lang="en-US" dirty="0"/>
              <a:t> </a:t>
            </a:r>
            <a:r>
              <a:rPr lang="en-US" dirty="0" err="1"/>
              <a:t>zou</a:t>
            </a:r>
            <a:r>
              <a:rPr lang="en-US" dirty="0"/>
              <a:t> </a:t>
            </a:r>
            <a:r>
              <a:rPr lang="en-US" dirty="0" err="1"/>
              <a:t>maken</a:t>
            </a:r>
            <a:r>
              <a:rPr lang="en-US" dirty="0"/>
              <a:t>.</a:t>
            </a:r>
            <a:endParaRPr lang="nl-NL" dirty="0"/>
          </a:p>
        </p:txBody>
      </p:sp>
      <p:sp>
        <p:nvSpPr>
          <p:cNvPr id="4" name="Tijdelijke aanduiding voor dianummer 3"/>
          <p:cNvSpPr>
            <a:spLocks noGrp="1"/>
          </p:cNvSpPr>
          <p:nvPr>
            <p:ph type="sldNum" sz="quarter" idx="5"/>
          </p:nvPr>
        </p:nvSpPr>
        <p:spPr/>
        <p:txBody>
          <a:bodyPr/>
          <a:lstStyle/>
          <a:p>
            <a:fld id="{EE7AD678-E066-4115-B5B1-E8CCB757BFFC}" type="slidenum">
              <a:rPr lang="nl-NL"/>
              <a:t>6</a:t>
            </a:fld>
            <a:endParaRPr lang="nl-NL"/>
          </a:p>
        </p:txBody>
      </p:sp>
    </p:spTree>
    <p:extLst>
      <p:ext uri="{BB962C8B-B14F-4D97-AF65-F5344CB8AC3E}">
        <p14:creationId xmlns:p14="http://schemas.microsoft.com/office/powerpoint/2010/main" val="28393323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a:t>We hebben toen rigoureus ingegrepen. De nutteloze ruis-kolommen zijn verwijderd. Voor de overgebleven missing values hebben we getallen opgevuld met het gemiddelde, en lege tekstvelden een aparte categorie 'Unknown' gegeven, zodat het model ook leert van de afwezigheid van informatie.</a:t>
            </a:r>
            <a:endParaRPr lang="nl-NL"/>
          </a:p>
        </p:txBody>
      </p:sp>
      <p:sp>
        <p:nvSpPr>
          <p:cNvPr id="4" name="Tijdelijke aanduiding voor dianummer 3"/>
          <p:cNvSpPr>
            <a:spLocks noGrp="1"/>
          </p:cNvSpPr>
          <p:nvPr>
            <p:ph type="sldNum" sz="quarter" idx="5"/>
          </p:nvPr>
        </p:nvSpPr>
        <p:spPr/>
        <p:txBody>
          <a:bodyPr/>
          <a:lstStyle/>
          <a:p>
            <a:fld id="{EE7AD678-E066-4115-B5B1-E8CCB757BFFC}" type="slidenum">
              <a:rPr lang="nl-NL"/>
              <a:t>7</a:t>
            </a:fld>
            <a:endParaRPr lang="nl-NL"/>
          </a:p>
        </p:txBody>
      </p:sp>
    </p:spTree>
    <p:extLst>
      <p:ext uri="{BB962C8B-B14F-4D97-AF65-F5344CB8AC3E}">
        <p14:creationId xmlns:p14="http://schemas.microsoft.com/office/powerpoint/2010/main" val="1370670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dirty="0"/>
              <a:t>Om het model </a:t>
            </a:r>
            <a:r>
              <a:rPr lang="en-US" dirty="0" err="1"/>
              <a:t>scherper</a:t>
            </a:r>
            <a:r>
              <a:rPr lang="en-US" dirty="0"/>
              <a:t> </a:t>
            </a:r>
            <a:r>
              <a:rPr lang="en-US" dirty="0" err="1"/>
              <a:t>te</a:t>
            </a:r>
            <a:r>
              <a:rPr lang="en-US" dirty="0"/>
              <a:t> </a:t>
            </a:r>
            <a:r>
              <a:rPr lang="en-US" dirty="0" err="1"/>
              <a:t>maken</a:t>
            </a:r>
            <a:r>
              <a:rPr lang="en-US" dirty="0"/>
              <a:t>, </a:t>
            </a:r>
            <a:r>
              <a:rPr lang="en-US" dirty="0" err="1"/>
              <a:t>creëerden</a:t>
            </a:r>
            <a:r>
              <a:rPr lang="en-US" dirty="0"/>
              <a:t> we eigen features. We </a:t>
            </a:r>
            <a:r>
              <a:rPr lang="en-US" dirty="0" err="1"/>
              <a:t>berekenden</a:t>
            </a:r>
            <a:r>
              <a:rPr lang="en-US" dirty="0"/>
              <a:t> het volume van de </a:t>
            </a:r>
            <a:r>
              <a:rPr lang="en-US" dirty="0" err="1"/>
              <a:t>stam</a:t>
            </a:r>
            <a:r>
              <a:rPr lang="en-US" dirty="0"/>
              <a:t> door </a:t>
            </a:r>
            <a:r>
              <a:rPr lang="en-US" dirty="0" err="1"/>
              <a:t>hoogte</a:t>
            </a:r>
            <a:r>
              <a:rPr lang="en-US" dirty="0"/>
              <a:t> </a:t>
            </a:r>
            <a:r>
              <a:rPr lang="en-US" dirty="0" err="1"/>
              <a:t>en</a:t>
            </a:r>
            <a:r>
              <a:rPr lang="en-US" dirty="0"/>
              <a:t> </a:t>
            </a:r>
            <a:r>
              <a:rPr lang="en-US" dirty="0" err="1"/>
              <a:t>breedte</a:t>
            </a:r>
            <a:r>
              <a:rPr lang="en-US" dirty="0"/>
              <a:t> </a:t>
            </a:r>
            <a:r>
              <a:rPr lang="en-US" dirty="0" err="1"/>
              <a:t>te</a:t>
            </a:r>
            <a:r>
              <a:rPr lang="en-US" dirty="0"/>
              <a:t> </a:t>
            </a:r>
            <a:r>
              <a:rPr lang="en-US" dirty="0" err="1"/>
              <a:t>vermenigvuldigen</a:t>
            </a:r>
            <a:r>
              <a:rPr lang="en-US" dirty="0"/>
              <a:t>, </a:t>
            </a:r>
            <a:r>
              <a:rPr lang="en-US" dirty="0" err="1"/>
              <a:t>en</a:t>
            </a:r>
            <a:r>
              <a:rPr lang="en-US" dirty="0"/>
              <a:t> we </a:t>
            </a:r>
            <a:r>
              <a:rPr lang="en-US" dirty="0" err="1"/>
              <a:t>pakten</a:t>
            </a:r>
            <a:r>
              <a:rPr lang="en-US" dirty="0"/>
              <a:t> het </a:t>
            </a:r>
            <a:r>
              <a:rPr lang="en-US" dirty="0" err="1"/>
              <a:t>kwadraat</a:t>
            </a:r>
            <a:r>
              <a:rPr lang="en-US" dirty="0"/>
              <a:t> van de hoed om </a:t>
            </a:r>
            <a:r>
              <a:rPr lang="en-US" dirty="0" err="1"/>
              <a:t>exponentiële</a:t>
            </a:r>
            <a:r>
              <a:rPr lang="en-US" dirty="0"/>
              <a:t> </a:t>
            </a:r>
            <a:r>
              <a:rPr lang="en-US" dirty="0" err="1"/>
              <a:t>gevaren</a:t>
            </a:r>
            <a:r>
              <a:rPr lang="en-US" dirty="0"/>
              <a:t> </a:t>
            </a:r>
            <a:r>
              <a:rPr lang="en-US" dirty="0" err="1"/>
              <a:t>te</a:t>
            </a:r>
            <a:r>
              <a:rPr lang="en-US" dirty="0"/>
              <a:t> </a:t>
            </a:r>
            <a:r>
              <a:rPr lang="en-US" dirty="0" err="1"/>
              <a:t>vangen</a:t>
            </a:r>
            <a:r>
              <a:rPr lang="en-US" dirty="0"/>
              <a:t>. Ook </a:t>
            </a:r>
            <a:r>
              <a:rPr lang="en-US" dirty="0" err="1"/>
              <a:t>hebben</a:t>
            </a:r>
            <a:r>
              <a:rPr lang="en-US" dirty="0"/>
              <a:t> we </a:t>
            </a:r>
            <a:r>
              <a:rPr lang="en-US" dirty="0" err="1"/>
              <a:t>bewust</a:t>
            </a:r>
            <a:r>
              <a:rPr lang="en-US" dirty="0"/>
              <a:t> One-Hot Encoding </a:t>
            </a:r>
            <a:r>
              <a:rPr lang="en-US" dirty="0" err="1"/>
              <a:t>gebruikt</a:t>
            </a:r>
            <a:r>
              <a:rPr lang="en-US" dirty="0"/>
              <a:t>, om </a:t>
            </a:r>
            <a:r>
              <a:rPr lang="en-US" dirty="0" err="1"/>
              <a:t>te</a:t>
            </a:r>
            <a:r>
              <a:rPr lang="en-US" dirty="0"/>
              <a:t> </a:t>
            </a:r>
            <a:r>
              <a:rPr lang="en-US" dirty="0" err="1"/>
              <a:t>voorkomen</a:t>
            </a:r>
            <a:r>
              <a:rPr lang="en-US" dirty="0"/>
              <a:t> </a:t>
            </a:r>
            <a:r>
              <a:rPr lang="en-US" dirty="0" err="1"/>
              <a:t>dat</a:t>
            </a:r>
            <a:r>
              <a:rPr lang="en-US" dirty="0"/>
              <a:t> het model </a:t>
            </a:r>
            <a:r>
              <a:rPr lang="en-US" dirty="0" err="1"/>
              <a:t>denkt</a:t>
            </a:r>
            <a:r>
              <a:rPr lang="en-US" dirty="0"/>
              <a:t> </a:t>
            </a:r>
            <a:r>
              <a:rPr lang="en-US" dirty="0" err="1"/>
              <a:t>dat</a:t>
            </a:r>
            <a:r>
              <a:rPr lang="en-US" dirty="0"/>
              <a:t> de </a:t>
            </a:r>
            <a:r>
              <a:rPr lang="en-US" dirty="0" err="1"/>
              <a:t>kleur</a:t>
            </a:r>
            <a:r>
              <a:rPr lang="en-US" dirty="0"/>
              <a:t> </a:t>
            </a:r>
            <a:r>
              <a:rPr lang="en-US" dirty="0" err="1"/>
              <a:t>blauw</a:t>
            </a:r>
            <a:r>
              <a:rPr lang="en-US" dirty="0"/>
              <a:t> </a:t>
            </a:r>
            <a:r>
              <a:rPr lang="en-US" dirty="0" err="1"/>
              <a:t>wiskundig</a:t>
            </a:r>
            <a:r>
              <a:rPr lang="en-US" dirty="0"/>
              <a:t> '</a:t>
            </a:r>
            <a:r>
              <a:rPr lang="en-US" dirty="0" err="1"/>
              <a:t>meer</a:t>
            </a:r>
            <a:r>
              <a:rPr lang="en-US" dirty="0"/>
              <a:t>' </a:t>
            </a:r>
            <a:r>
              <a:rPr lang="en-US" dirty="0" err="1"/>
              <a:t>waard</a:t>
            </a:r>
            <a:r>
              <a:rPr lang="en-US" dirty="0"/>
              <a:t> is dan rood.</a:t>
            </a:r>
            <a:endParaRPr lang="nl-NL" dirty="0"/>
          </a:p>
        </p:txBody>
      </p:sp>
      <p:sp>
        <p:nvSpPr>
          <p:cNvPr id="4" name="Tijdelijke aanduiding voor dianummer 3"/>
          <p:cNvSpPr>
            <a:spLocks noGrp="1"/>
          </p:cNvSpPr>
          <p:nvPr>
            <p:ph type="sldNum" sz="quarter" idx="5"/>
          </p:nvPr>
        </p:nvSpPr>
        <p:spPr/>
        <p:txBody>
          <a:bodyPr/>
          <a:lstStyle/>
          <a:p>
            <a:fld id="{EE7AD678-E066-4115-B5B1-E8CCB757BFFC}" type="slidenum">
              <a:rPr lang="nl-NL"/>
              <a:t>8</a:t>
            </a:fld>
            <a:endParaRPr lang="nl-NL"/>
          </a:p>
        </p:txBody>
      </p:sp>
    </p:spTree>
    <p:extLst>
      <p:ext uri="{BB962C8B-B14F-4D97-AF65-F5344CB8AC3E}">
        <p14:creationId xmlns:p14="http://schemas.microsoft.com/office/powerpoint/2010/main" val="106288766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a:t>Als bonus hebben we via 'unsupervised learning' een PCA uitgevoerd. Hiermee drukten we de data plat naar 2 dimensies. En wat bleek? We zagen op de grafiek visueel al duidelijk afgescheiden clusters van giftige en eetbare paddenstoelen! Hierna hebben we de data netjes 80/20 gesplitst.</a:t>
            </a:r>
            <a:endParaRPr lang="nl-NL"/>
          </a:p>
        </p:txBody>
      </p:sp>
      <p:sp>
        <p:nvSpPr>
          <p:cNvPr id="4" name="Tijdelijke aanduiding voor dianummer 3"/>
          <p:cNvSpPr>
            <a:spLocks noGrp="1"/>
          </p:cNvSpPr>
          <p:nvPr>
            <p:ph type="sldNum" sz="quarter" idx="5"/>
          </p:nvPr>
        </p:nvSpPr>
        <p:spPr/>
        <p:txBody>
          <a:bodyPr/>
          <a:lstStyle/>
          <a:p>
            <a:fld id="{EE7AD678-E066-4115-B5B1-E8CCB757BFFC}" type="slidenum">
              <a:rPr lang="nl-NL"/>
              <a:t>9</a:t>
            </a:fld>
            <a:endParaRPr lang="nl-NL"/>
          </a:p>
        </p:txBody>
      </p:sp>
    </p:spTree>
    <p:extLst>
      <p:ext uri="{BB962C8B-B14F-4D97-AF65-F5344CB8AC3E}">
        <p14:creationId xmlns:p14="http://schemas.microsoft.com/office/powerpoint/2010/main" val="33517508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dirty="0"/>
              <a:t>Bij het </a:t>
            </a:r>
            <a:r>
              <a:rPr lang="en-US" dirty="0" err="1"/>
              <a:t>trainen</a:t>
            </a:r>
            <a:r>
              <a:rPr lang="en-US" dirty="0"/>
              <a:t> </a:t>
            </a:r>
            <a:r>
              <a:rPr lang="en-US" dirty="0" err="1"/>
              <a:t>liepen</a:t>
            </a:r>
            <a:r>
              <a:rPr lang="en-US" dirty="0"/>
              <a:t> we </a:t>
            </a:r>
            <a:r>
              <a:rPr lang="en-US" dirty="0" err="1"/>
              <a:t>tegen</a:t>
            </a:r>
            <a:r>
              <a:rPr lang="en-US" dirty="0"/>
              <a:t> </a:t>
            </a:r>
            <a:r>
              <a:rPr lang="en-US" dirty="0" err="1"/>
              <a:t>een</a:t>
            </a:r>
            <a:r>
              <a:rPr lang="en-US" dirty="0"/>
              <a:t> Python 3.13 </a:t>
            </a:r>
            <a:r>
              <a:rPr lang="en-US" dirty="0" err="1"/>
              <a:t>compatibiliteitsprobleem</a:t>
            </a:r>
            <a:r>
              <a:rPr lang="en-US" dirty="0"/>
              <a:t> </a:t>
            </a:r>
            <a:r>
              <a:rPr lang="en-US" dirty="0" err="1"/>
              <a:t>aan</a:t>
            </a:r>
            <a:r>
              <a:rPr lang="en-US" dirty="0"/>
              <a:t> met </a:t>
            </a:r>
            <a:r>
              <a:rPr lang="en-US" dirty="0" err="1"/>
              <a:t>PyCaret</a:t>
            </a:r>
            <a:r>
              <a:rPr lang="en-US" dirty="0"/>
              <a:t>. </a:t>
            </a:r>
            <a:r>
              <a:rPr lang="en-US" dirty="0" err="1"/>
              <a:t>Daarom</a:t>
            </a:r>
            <a:r>
              <a:rPr lang="en-US" dirty="0"/>
              <a:t> </a:t>
            </a:r>
            <a:r>
              <a:rPr lang="en-US" dirty="0" err="1"/>
              <a:t>zijn</a:t>
            </a:r>
            <a:r>
              <a:rPr lang="en-US" dirty="0"/>
              <a:t> we </a:t>
            </a:r>
            <a:r>
              <a:rPr lang="en-US" dirty="0" err="1"/>
              <a:t>professioneel</a:t>
            </a:r>
            <a:r>
              <a:rPr lang="en-US" dirty="0"/>
              <a:t> </a:t>
            </a:r>
            <a:r>
              <a:rPr lang="en-US" dirty="0" err="1"/>
              <a:t>overgeschakeld</a:t>
            </a:r>
            <a:r>
              <a:rPr lang="en-US" dirty="0"/>
              <a:t> </a:t>
            </a:r>
            <a:r>
              <a:rPr lang="en-US" dirty="0" err="1"/>
              <a:t>naar</a:t>
            </a:r>
            <a:r>
              <a:rPr lang="en-US" dirty="0"/>
              <a:t> Microsoft FLAML. We </a:t>
            </a:r>
            <a:r>
              <a:rPr lang="en-US" dirty="0" err="1"/>
              <a:t>vergeleken</a:t>
            </a:r>
            <a:r>
              <a:rPr lang="en-US" dirty="0"/>
              <a:t> </a:t>
            </a:r>
            <a:r>
              <a:rPr lang="en-US" dirty="0" err="1"/>
              <a:t>alles</a:t>
            </a:r>
            <a:r>
              <a:rPr lang="en-US" dirty="0"/>
              <a:t> van </a:t>
            </a:r>
            <a:r>
              <a:rPr lang="en-US" dirty="0" err="1"/>
              <a:t>simpele</a:t>
            </a:r>
            <a:r>
              <a:rPr lang="en-US" dirty="0"/>
              <a:t> Logistic Regression tot </a:t>
            </a:r>
            <a:r>
              <a:rPr lang="en-US" dirty="0" err="1"/>
              <a:t>zware</a:t>
            </a:r>
            <a:r>
              <a:rPr lang="en-US" dirty="0"/>
              <a:t> </a:t>
            </a:r>
            <a:r>
              <a:rPr lang="en-US" dirty="0" err="1"/>
              <a:t>bomen</a:t>
            </a:r>
            <a:r>
              <a:rPr lang="en-US" dirty="0"/>
              <a:t> </a:t>
            </a:r>
            <a:r>
              <a:rPr lang="en-US" dirty="0" err="1"/>
              <a:t>zoals</a:t>
            </a:r>
            <a:r>
              <a:rPr lang="en-US" dirty="0"/>
              <a:t> Random Forest </a:t>
            </a:r>
            <a:r>
              <a:rPr lang="en-US" dirty="0" err="1"/>
              <a:t>en</a:t>
            </a:r>
            <a:r>
              <a:rPr lang="en-US" dirty="0"/>
              <a:t> </a:t>
            </a:r>
            <a:r>
              <a:rPr lang="en-US" dirty="0" err="1"/>
              <a:t>XGBoost</a:t>
            </a:r>
            <a:r>
              <a:rPr lang="en-US" dirty="0"/>
              <a:t>.</a:t>
            </a:r>
            <a:endParaRPr lang="nl-NL" dirty="0"/>
          </a:p>
        </p:txBody>
      </p:sp>
      <p:sp>
        <p:nvSpPr>
          <p:cNvPr id="4" name="Tijdelijke aanduiding voor dianummer 3"/>
          <p:cNvSpPr>
            <a:spLocks noGrp="1"/>
          </p:cNvSpPr>
          <p:nvPr>
            <p:ph type="sldNum" sz="quarter" idx="5"/>
          </p:nvPr>
        </p:nvSpPr>
        <p:spPr/>
        <p:txBody>
          <a:bodyPr/>
          <a:lstStyle/>
          <a:p>
            <a:fld id="{EE7AD678-E066-4115-B5B1-E8CCB757BFFC}" type="slidenum">
              <a:rPr lang="nl-NL"/>
              <a:t>10</a:t>
            </a:fld>
            <a:endParaRPr lang="nl-NL"/>
          </a:p>
        </p:txBody>
      </p:sp>
    </p:spTree>
    <p:extLst>
      <p:ext uri="{BB962C8B-B14F-4D97-AF65-F5344CB8AC3E}">
        <p14:creationId xmlns:p14="http://schemas.microsoft.com/office/powerpoint/2010/main" val="25290336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dirty="0"/>
              <a:t>Nadat de </a:t>
            </a:r>
            <a:r>
              <a:rPr lang="en-US" dirty="0" err="1"/>
              <a:t>modellen</a:t>
            </a:r>
            <a:r>
              <a:rPr lang="en-US" dirty="0"/>
              <a:t> </a:t>
            </a:r>
            <a:r>
              <a:rPr lang="en-US" dirty="0" err="1"/>
              <a:t>getraind</a:t>
            </a:r>
            <a:r>
              <a:rPr lang="en-US" dirty="0"/>
              <a:t> </a:t>
            </a:r>
            <a:r>
              <a:rPr lang="en-US" dirty="0" err="1"/>
              <a:t>waren</a:t>
            </a:r>
            <a:r>
              <a:rPr lang="en-US" dirty="0"/>
              <a:t>, </a:t>
            </a:r>
            <a:r>
              <a:rPr lang="en-US" dirty="0" err="1"/>
              <a:t>stond</a:t>
            </a:r>
            <a:r>
              <a:rPr lang="en-US" dirty="0"/>
              <a:t> </a:t>
            </a:r>
            <a:r>
              <a:rPr lang="en-US" dirty="0" err="1"/>
              <a:t>ik</a:t>
            </a:r>
            <a:r>
              <a:rPr lang="en-US" dirty="0"/>
              <a:t> </a:t>
            </a:r>
            <a:r>
              <a:rPr lang="en-US" dirty="0" err="1"/>
              <a:t>voor</a:t>
            </a:r>
            <a:r>
              <a:rPr lang="en-US" dirty="0"/>
              <a:t> de </a:t>
            </a:r>
            <a:r>
              <a:rPr lang="en-US" dirty="0" err="1"/>
              <a:t>keuze</a:t>
            </a:r>
            <a:r>
              <a:rPr lang="en-US" dirty="0"/>
              <a:t> welk model we </a:t>
            </a:r>
            <a:r>
              <a:rPr lang="en-US" dirty="0" err="1"/>
              <a:t>naar</a:t>
            </a:r>
            <a:r>
              <a:rPr lang="en-US" dirty="0"/>
              <a:t> </a:t>
            </a:r>
            <a:r>
              <a:rPr lang="en-US" dirty="0" err="1"/>
              <a:t>productie</a:t>
            </a:r>
            <a:r>
              <a:rPr lang="en-US" dirty="0"/>
              <a:t> </a:t>
            </a:r>
            <a:r>
              <a:rPr lang="en-US" dirty="0" err="1"/>
              <a:t>zouden</a:t>
            </a:r>
            <a:r>
              <a:rPr lang="en-US" dirty="0"/>
              <a:t> </a:t>
            </a:r>
            <a:r>
              <a:rPr lang="en-US" dirty="0" err="1"/>
              <a:t>pushen</a:t>
            </a:r>
            <a:r>
              <a:rPr lang="en-US" dirty="0"/>
              <a:t>. </a:t>
            </a:r>
            <a:r>
              <a:rPr lang="en-US" dirty="0" err="1"/>
              <a:t>XGBoost</a:t>
            </a:r>
            <a:r>
              <a:rPr lang="en-US" dirty="0"/>
              <a:t> won </a:t>
            </a:r>
            <a:r>
              <a:rPr lang="en-US" dirty="0" err="1"/>
              <a:t>afgetekend</a:t>
            </a:r>
            <a:r>
              <a:rPr lang="en-US" dirty="0"/>
              <a:t>. Als experiment </a:t>
            </a:r>
            <a:r>
              <a:rPr lang="en-US" dirty="0" err="1"/>
              <a:t>heb</a:t>
            </a:r>
            <a:r>
              <a:rPr lang="en-US" dirty="0"/>
              <a:t> </a:t>
            </a:r>
            <a:r>
              <a:rPr lang="en-US" dirty="0" err="1"/>
              <a:t>ik</a:t>
            </a:r>
            <a:r>
              <a:rPr lang="en-US" dirty="0"/>
              <a:t> </a:t>
            </a:r>
            <a:r>
              <a:rPr lang="en-US" dirty="0" err="1"/>
              <a:t>ook</a:t>
            </a:r>
            <a:r>
              <a:rPr lang="en-US" dirty="0"/>
              <a:t> </a:t>
            </a:r>
            <a:r>
              <a:rPr lang="en-US" dirty="0" err="1"/>
              <a:t>nog</a:t>
            </a:r>
            <a:r>
              <a:rPr lang="en-US" dirty="0"/>
              <a:t> </a:t>
            </a:r>
            <a:r>
              <a:rPr lang="en-US" dirty="0" err="1"/>
              <a:t>een</a:t>
            </a:r>
            <a:r>
              <a:rPr lang="en-US" dirty="0"/>
              <a:t> Stacking Ensemble </a:t>
            </a:r>
            <a:r>
              <a:rPr lang="en-US" dirty="0" err="1"/>
              <a:t>gebouwd</a:t>
            </a:r>
            <a:r>
              <a:rPr lang="en-US" dirty="0"/>
              <a:t>, </a:t>
            </a:r>
            <a:r>
              <a:rPr lang="en-US" dirty="0" err="1"/>
              <a:t>een</a:t>
            </a:r>
            <a:r>
              <a:rPr lang="en-US" dirty="0"/>
              <a:t> mega-model </a:t>
            </a:r>
            <a:r>
              <a:rPr lang="en-US" dirty="0" err="1"/>
              <a:t>dat</a:t>
            </a:r>
            <a:r>
              <a:rPr lang="en-US" dirty="0"/>
              <a:t> de </a:t>
            </a:r>
            <a:r>
              <a:rPr lang="en-US" dirty="0" err="1"/>
              <a:t>stemmen</a:t>
            </a:r>
            <a:r>
              <a:rPr lang="en-US" dirty="0"/>
              <a:t> van </a:t>
            </a:r>
            <a:r>
              <a:rPr lang="en-US" dirty="0" err="1"/>
              <a:t>verschillende</a:t>
            </a:r>
            <a:r>
              <a:rPr lang="en-US" dirty="0"/>
              <a:t> </a:t>
            </a:r>
            <a:r>
              <a:rPr lang="en-US" dirty="0" err="1"/>
              <a:t>algoritmes</a:t>
            </a:r>
            <a:r>
              <a:rPr lang="en-US" dirty="0"/>
              <a:t> </a:t>
            </a:r>
            <a:r>
              <a:rPr lang="en-US" dirty="0" err="1"/>
              <a:t>combineert</a:t>
            </a:r>
            <a:r>
              <a:rPr lang="en-US" dirty="0"/>
              <a:t>, maar </a:t>
            </a:r>
            <a:r>
              <a:rPr lang="en-US" dirty="0" err="1"/>
              <a:t>uiteindelijk</a:t>
            </a:r>
            <a:r>
              <a:rPr lang="en-US" dirty="0"/>
              <a:t> </a:t>
            </a:r>
            <a:r>
              <a:rPr lang="en-US" dirty="0" err="1"/>
              <a:t>bleek</a:t>
            </a:r>
            <a:r>
              <a:rPr lang="en-US" dirty="0"/>
              <a:t> </a:t>
            </a:r>
            <a:r>
              <a:rPr lang="en-US" dirty="0" err="1"/>
              <a:t>onze</a:t>
            </a:r>
            <a:r>
              <a:rPr lang="en-US" dirty="0"/>
              <a:t> </a:t>
            </a:r>
            <a:r>
              <a:rPr lang="en-US" dirty="0" err="1"/>
              <a:t>getunede</a:t>
            </a:r>
            <a:r>
              <a:rPr lang="en-US" dirty="0"/>
              <a:t> </a:t>
            </a:r>
            <a:r>
              <a:rPr lang="en-US" dirty="0" err="1"/>
              <a:t>XGBoost</a:t>
            </a:r>
            <a:r>
              <a:rPr lang="en-US" dirty="0"/>
              <a:t> perfect </a:t>
            </a:r>
            <a:r>
              <a:rPr lang="en-US" dirty="0" err="1"/>
              <a:t>te</a:t>
            </a:r>
            <a:r>
              <a:rPr lang="en-US" dirty="0"/>
              <a:t> </a:t>
            </a:r>
            <a:r>
              <a:rPr lang="en-US" dirty="0" err="1"/>
              <a:t>werken</a:t>
            </a:r>
            <a:r>
              <a:rPr lang="en-US" dirty="0"/>
              <a:t>.</a:t>
            </a:r>
            <a:endParaRPr lang="nl-NL" dirty="0"/>
          </a:p>
        </p:txBody>
      </p:sp>
      <p:sp>
        <p:nvSpPr>
          <p:cNvPr id="4" name="Tijdelijke aanduiding voor dianummer 3"/>
          <p:cNvSpPr>
            <a:spLocks noGrp="1"/>
          </p:cNvSpPr>
          <p:nvPr>
            <p:ph type="sldNum" sz="quarter" idx="5"/>
          </p:nvPr>
        </p:nvSpPr>
        <p:spPr/>
        <p:txBody>
          <a:bodyPr/>
          <a:lstStyle/>
          <a:p>
            <a:fld id="{EE7AD678-E066-4115-B5B1-E8CCB757BFFC}" type="slidenum">
              <a:rPr lang="nl-NL"/>
              <a:t>11</a:t>
            </a:fld>
            <a:endParaRPr lang="nl-NL"/>
          </a:p>
        </p:txBody>
      </p:sp>
    </p:spTree>
    <p:extLst>
      <p:ext uri="{BB962C8B-B14F-4D97-AF65-F5344CB8AC3E}">
        <p14:creationId xmlns:p14="http://schemas.microsoft.com/office/powerpoint/2010/main" val="15768572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dirty="0"/>
              <a:t>Om </a:t>
            </a:r>
            <a:r>
              <a:rPr lang="en-US" dirty="0" err="1"/>
              <a:t>te</a:t>
            </a:r>
            <a:r>
              <a:rPr lang="en-US" dirty="0"/>
              <a:t> </a:t>
            </a:r>
            <a:r>
              <a:rPr lang="en-US" dirty="0" err="1"/>
              <a:t>beoordelen</a:t>
            </a:r>
            <a:r>
              <a:rPr lang="en-US" dirty="0"/>
              <a:t> hoe </a:t>
            </a:r>
            <a:r>
              <a:rPr lang="en-US" dirty="0" err="1"/>
              <a:t>goed</a:t>
            </a:r>
            <a:r>
              <a:rPr lang="en-US" dirty="0"/>
              <a:t> het </a:t>
            </a:r>
            <a:r>
              <a:rPr lang="en-US" dirty="0" err="1"/>
              <a:t>XGBoost</a:t>
            </a:r>
            <a:r>
              <a:rPr lang="en-US" dirty="0"/>
              <a:t> model de </a:t>
            </a:r>
            <a:r>
              <a:rPr lang="en-US" dirty="0" err="1"/>
              <a:t>fouten</a:t>
            </a:r>
            <a:r>
              <a:rPr lang="en-US" dirty="0"/>
              <a:t> </a:t>
            </a:r>
            <a:r>
              <a:rPr lang="en-US" dirty="0" err="1"/>
              <a:t>inschat</a:t>
            </a:r>
            <a:r>
              <a:rPr lang="en-US" dirty="0"/>
              <a:t>, </a:t>
            </a:r>
            <a:r>
              <a:rPr lang="en-US" dirty="0" err="1"/>
              <a:t>kijken</a:t>
            </a:r>
            <a:r>
              <a:rPr lang="en-US" dirty="0"/>
              <a:t> we </a:t>
            </a:r>
            <a:r>
              <a:rPr lang="en-US" dirty="0" err="1"/>
              <a:t>naar</a:t>
            </a:r>
            <a:r>
              <a:rPr lang="en-US" dirty="0"/>
              <a:t> de Confusion Matrix. Een </a:t>
            </a:r>
            <a:r>
              <a:rPr lang="en-US" dirty="0" err="1"/>
              <a:t>algoritme</a:t>
            </a:r>
            <a:r>
              <a:rPr lang="en-US" dirty="0"/>
              <a:t> </a:t>
            </a:r>
            <a:r>
              <a:rPr lang="en-US" dirty="0" err="1"/>
              <a:t>hanteert</a:t>
            </a:r>
            <a:r>
              <a:rPr lang="en-US" dirty="0"/>
              <a:t> </a:t>
            </a:r>
            <a:r>
              <a:rPr lang="en-US" dirty="0" err="1"/>
              <a:t>standaard</a:t>
            </a:r>
            <a:r>
              <a:rPr lang="en-US" dirty="0"/>
              <a:t> </a:t>
            </a:r>
            <a:r>
              <a:rPr lang="en-US" dirty="0" err="1"/>
              <a:t>een</a:t>
            </a:r>
            <a:r>
              <a:rPr lang="en-US" dirty="0"/>
              <a:t> </a:t>
            </a:r>
            <a:r>
              <a:rPr lang="en-US" dirty="0" err="1"/>
              <a:t>wiskundige</a:t>
            </a:r>
            <a:r>
              <a:rPr lang="en-US" dirty="0"/>
              <a:t> </a:t>
            </a:r>
            <a:r>
              <a:rPr lang="en-US" dirty="0" err="1"/>
              <a:t>drempel</a:t>
            </a:r>
            <a:r>
              <a:rPr lang="en-US" dirty="0"/>
              <a:t> van 50%. In de linker matrix </a:t>
            </a:r>
            <a:r>
              <a:rPr lang="en-US" dirty="0" err="1"/>
              <a:t>zie</a:t>
            </a:r>
            <a:r>
              <a:rPr lang="en-US" dirty="0"/>
              <a:t> je </a:t>
            </a:r>
            <a:r>
              <a:rPr lang="en-US" dirty="0" err="1"/>
              <a:t>dat</a:t>
            </a:r>
            <a:r>
              <a:rPr lang="en-US" dirty="0"/>
              <a:t> we </a:t>
            </a:r>
            <a:r>
              <a:rPr lang="en-US" dirty="0" err="1"/>
              <a:t>hiermee</a:t>
            </a:r>
            <a:r>
              <a:rPr lang="en-US" dirty="0"/>
              <a:t> </a:t>
            </a:r>
            <a:r>
              <a:rPr lang="en-US" dirty="0" err="1"/>
              <a:t>nog</a:t>
            </a:r>
            <a:r>
              <a:rPr lang="en-US" dirty="0"/>
              <a:t> steeds </a:t>
            </a:r>
            <a:r>
              <a:rPr lang="en-US" dirty="0" err="1"/>
              <a:t>een</a:t>
            </a:r>
            <a:r>
              <a:rPr lang="en-US" dirty="0"/>
              <a:t> </a:t>
            </a:r>
            <a:r>
              <a:rPr lang="en-US" dirty="0" err="1"/>
              <a:t>paar</a:t>
            </a:r>
            <a:r>
              <a:rPr lang="en-US" dirty="0"/>
              <a:t> 'False Negatives' </a:t>
            </a:r>
            <a:r>
              <a:rPr lang="en-US" dirty="0" err="1"/>
              <a:t>hebben</a:t>
            </a:r>
            <a:r>
              <a:rPr lang="en-US" dirty="0"/>
              <a:t>: </a:t>
            </a:r>
            <a:r>
              <a:rPr lang="en-US" dirty="0" err="1"/>
              <a:t>giftige</a:t>
            </a:r>
            <a:r>
              <a:rPr lang="en-US" dirty="0"/>
              <a:t> </a:t>
            </a:r>
            <a:r>
              <a:rPr lang="en-US" dirty="0" err="1"/>
              <a:t>paddenstoelen</a:t>
            </a:r>
            <a:r>
              <a:rPr lang="en-US" dirty="0"/>
              <a:t> die </a:t>
            </a:r>
            <a:r>
              <a:rPr lang="en-US" dirty="0" err="1"/>
              <a:t>als</a:t>
            </a:r>
            <a:r>
              <a:rPr lang="en-US" dirty="0"/>
              <a:t> </a:t>
            </a:r>
            <a:r>
              <a:rPr lang="en-US" dirty="0" err="1"/>
              <a:t>veilig</a:t>
            </a:r>
            <a:r>
              <a:rPr lang="en-US" dirty="0"/>
              <a:t> </a:t>
            </a:r>
            <a:r>
              <a:rPr lang="en-US" dirty="0" err="1"/>
              <a:t>worden</a:t>
            </a:r>
            <a:r>
              <a:rPr lang="en-US" dirty="0"/>
              <a:t> </a:t>
            </a:r>
            <a:r>
              <a:rPr lang="en-US" dirty="0" err="1"/>
              <a:t>voorspeld</a:t>
            </a:r>
            <a:r>
              <a:rPr lang="en-US" dirty="0"/>
              <a:t>. </a:t>
            </a:r>
            <a:r>
              <a:rPr lang="en-US" dirty="0" err="1"/>
              <a:t>Daarom</a:t>
            </a:r>
            <a:r>
              <a:rPr lang="en-US" dirty="0"/>
              <a:t> </a:t>
            </a:r>
            <a:r>
              <a:rPr lang="en-US" dirty="0" err="1"/>
              <a:t>heb</a:t>
            </a:r>
            <a:r>
              <a:rPr lang="en-US" dirty="0"/>
              <a:t> </a:t>
            </a:r>
            <a:r>
              <a:rPr lang="en-US" dirty="0" err="1"/>
              <a:t>ik</a:t>
            </a:r>
            <a:r>
              <a:rPr lang="en-US" dirty="0"/>
              <a:t> in de code de </a:t>
            </a:r>
            <a:r>
              <a:rPr lang="en-US" dirty="0" err="1"/>
              <a:t>grens</a:t>
            </a:r>
            <a:r>
              <a:rPr lang="en-US" dirty="0"/>
              <a:t> </a:t>
            </a:r>
            <a:r>
              <a:rPr lang="en-US" dirty="0" err="1"/>
              <a:t>keihard</a:t>
            </a:r>
            <a:r>
              <a:rPr lang="en-US" dirty="0"/>
              <a:t> </a:t>
            </a:r>
            <a:r>
              <a:rPr lang="en-US" dirty="0" err="1"/>
              <a:t>verlaagd</a:t>
            </a:r>
            <a:r>
              <a:rPr lang="en-US" dirty="0"/>
              <a:t> </a:t>
            </a:r>
            <a:r>
              <a:rPr lang="en-US" dirty="0" err="1"/>
              <a:t>naar</a:t>
            </a:r>
            <a:r>
              <a:rPr lang="en-US" dirty="0"/>
              <a:t> 15%. </a:t>
            </a:r>
            <a:r>
              <a:rPr lang="en-US" dirty="0" err="1"/>
              <a:t>Kijken</a:t>
            </a:r>
            <a:r>
              <a:rPr lang="en-US" dirty="0"/>
              <a:t> we </a:t>
            </a:r>
            <a:r>
              <a:rPr lang="en-US" dirty="0" err="1"/>
              <a:t>naar</a:t>
            </a:r>
            <a:r>
              <a:rPr lang="en-US" dirty="0"/>
              <a:t> de </a:t>
            </a:r>
            <a:r>
              <a:rPr lang="en-US" dirty="0" err="1"/>
              <a:t>rechter</a:t>
            </a:r>
            <a:r>
              <a:rPr lang="en-US" dirty="0"/>
              <a:t> matrix, dan </a:t>
            </a:r>
            <a:r>
              <a:rPr lang="en-US" dirty="0" err="1"/>
              <a:t>zien</a:t>
            </a:r>
            <a:r>
              <a:rPr lang="en-US" dirty="0"/>
              <a:t> we het </a:t>
            </a:r>
            <a:r>
              <a:rPr lang="en-US" dirty="0" err="1"/>
              <a:t>resultaat</a:t>
            </a:r>
            <a:r>
              <a:rPr lang="en-US" dirty="0"/>
              <a:t>: de </a:t>
            </a:r>
            <a:r>
              <a:rPr lang="en-US" dirty="0" err="1"/>
              <a:t>gevaarlijke</a:t>
            </a:r>
            <a:r>
              <a:rPr lang="en-US" dirty="0"/>
              <a:t> False Negatives </a:t>
            </a:r>
            <a:r>
              <a:rPr lang="en-US" dirty="0" err="1"/>
              <a:t>kelderen</a:t>
            </a:r>
            <a:r>
              <a:rPr lang="en-US" dirty="0"/>
              <a:t>, ten </a:t>
            </a:r>
            <a:r>
              <a:rPr lang="en-US" dirty="0" err="1"/>
              <a:t>koste</a:t>
            </a:r>
            <a:r>
              <a:rPr lang="en-US" dirty="0"/>
              <a:t> van </a:t>
            </a:r>
            <a:r>
              <a:rPr lang="en-US" dirty="0" err="1"/>
              <a:t>iets</a:t>
            </a:r>
            <a:r>
              <a:rPr lang="en-US" dirty="0"/>
              <a:t> </a:t>
            </a:r>
            <a:r>
              <a:rPr lang="en-US" dirty="0" err="1"/>
              <a:t>meer</a:t>
            </a:r>
            <a:r>
              <a:rPr lang="en-US" dirty="0"/>
              <a:t> False Positives.</a:t>
            </a:r>
            <a:endParaRPr lang="nl-NL" dirty="0"/>
          </a:p>
        </p:txBody>
      </p:sp>
      <p:sp>
        <p:nvSpPr>
          <p:cNvPr id="4" name="Tijdelijke aanduiding voor dianummer 3"/>
          <p:cNvSpPr>
            <a:spLocks noGrp="1"/>
          </p:cNvSpPr>
          <p:nvPr>
            <p:ph type="sldNum" sz="quarter" idx="5"/>
          </p:nvPr>
        </p:nvSpPr>
        <p:spPr/>
        <p:txBody>
          <a:bodyPr/>
          <a:lstStyle/>
          <a:p>
            <a:fld id="{EE7AD678-E066-4115-B5B1-E8CCB757BFFC}" type="slidenum">
              <a:rPr lang="nl-NL"/>
              <a:t>12</a:t>
            </a:fld>
            <a:endParaRPr lang="nl-NL"/>
          </a:p>
        </p:txBody>
      </p:sp>
    </p:spTree>
    <p:extLst>
      <p:ext uri="{BB962C8B-B14F-4D97-AF65-F5344CB8AC3E}">
        <p14:creationId xmlns:p14="http://schemas.microsoft.com/office/powerpoint/2010/main" val="407657710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dirty="0"/>
              <a:t>Om </a:t>
            </a:r>
            <a:r>
              <a:rPr lang="en-US" dirty="0" err="1"/>
              <a:t>te</a:t>
            </a:r>
            <a:r>
              <a:rPr lang="en-US" dirty="0"/>
              <a:t> </a:t>
            </a:r>
            <a:r>
              <a:rPr lang="en-US" dirty="0" err="1"/>
              <a:t>bewijzen</a:t>
            </a:r>
            <a:r>
              <a:rPr lang="en-US" dirty="0"/>
              <a:t> hoe </a:t>
            </a:r>
            <a:r>
              <a:rPr lang="en-US" dirty="0" err="1"/>
              <a:t>goed</a:t>
            </a:r>
            <a:r>
              <a:rPr lang="en-US" dirty="0"/>
              <a:t> </a:t>
            </a:r>
            <a:r>
              <a:rPr lang="en-US" dirty="0" err="1"/>
              <a:t>dit</a:t>
            </a:r>
            <a:r>
              <a:rPr lang="en-US" dirty="0"/>
              <a:t> model is, </a:t>
            </a:r>
            <a:r>
              <a:rPr lang="en-US" dirty="0" err="1"/>
              <a:t>heb</a:t>
            </a:r>
            <a:r>
              <a:rPr lang="en-US" dirty="0"/>
              <a:t> </a:t>
            </a:r>
            <a:r>
              <a:rPr lang="en-US" dirty="0" err="1"/>
              <a:t>ik</a:t>
            </a:r>
            <a:r>
              <a:rPr lang="en-US" dirty="0"/>
              <a:t> de ROC-curve </a:t>
            </a:r>
            <a:r>
              <a:rPr lang="en-US" dirty="0" err="1"/>
              <a:t>geplot</a:t>
            </a:r>
            <a:r>
              <a:rPr lang="en-US" dirty="0"/>
              <a:t>. De AUC </a:t>
            </a:r>
            <a:r>
              <a:rPr lang="en-US" dirty="0" err="1"/>
              <a:t>benadert</a:t>
            </a:r>
            <a:r>
              <a:rPr lang="en-US" dirty="0"/>
              <a:t> de 1.0, het model </a:t>
            </a:r>
            <a:r>
              <a:rPr lang="en-US" dirty="0" err="1"/>
              <a:t>kan</a:t>
            </a:r>
            <a:r>
              <a:rPr lang="en-US" dirty="0"/>
              <a:t> </a:t>
            </a:r>
            <a:r>
              <a:rPr lang="en-US" dirty="0" err="1"/>
              <a:t>dus</a:t>
            </a:r>
            <a:r>
              <a:rPr lang="en-US" dirty="0"/>
              <a:t> </a:t>
            </a:r>
            <a:r>
              <a:rPr lang="en-US" dirty="0" err="1"/>
              <a:t>nagenoeg</a:t>
            </a:r>
            <a:r>
              <a:rPr lang="en-US" dirty="0"/>
              <a:t> perfect </a:t>
            </a:r>
            <a:r>
              <a:rPr lang="en-US" dirty="0" err="1"/>
              <a:t>onderscheid</a:t>
            </a:r>
            <a:r>
              <a:rPr lang="en-US" dirty="0"/>
              <a:t> </a:t>
            </a:r>
            <a:r>
              <a:rPr lang="en-US" dirty="0" err="1"/>
              <a:t>maken</a:t>
            </a:r>
            <a:r>
              <a:rPr lang="en-US" dirty="0"/>
              <a:t>. Onze </a:t>
            </a:r>
            <a:r>
              <a:rPr lang="en-US" dirty="0" err="1"/>
              <a:t>specifieke</a:t>
            </a:r>
            <a:r>
              <a:rPr lang="en-US" dirty="0"/>
              <a:t> </a:t>
            </a:r>
            <a:r>
              <a:rPr lang="en-US" dirty="0" err="1"/>
              <a:t>veilige</a:t>
            </a:r>
            <a:r>
              <a:rPr lang="en-US" dirty="0"/>
              <a:t> threshold (15%) is </a:t>
            </a:r>
            <a:r>
              <a:rPr lang="en-US" dirty="0" err="1"/>
              <a:t>als</a:t>
            </a:r>
            <a:r>
              <a:rPr lang="en-US" dirty="0"/>
              <a:t> rode </a:t>
            </a:r>
            <a:r>
              <a:rPr lang="en-US" dirty="0" err="1"/>
              <a:t>stip</a:t>
            </a:r>
            <a:r>
              <a:rPr lang="en-US" dirty="0"/>
              <a:t> </a:t>
            </a:r>
            <a:r>
              <a:rPr lang="en-US" dirty="0" err="1"/>
              <a:t>gemarkeerd</a:t>
            </a:r>
            <a:r>
              <a:rPr lang="en-US" dirty="0"/>
              <a:t> op de curve, </a:t>
            </a:r>
            <a:r>
              <a:rPr lang="en-US" dirty="0" err="1"/>
              <a:t>precies</a:t>
            </a:r>
            <a:r>
              <a:rPr lang="en-US" dirty="0"/>
              <a:t> </a:t>
            </a:r>
            <a:r>
              <a:rPr lang="en-US" dirty="0" err="1"/>
              <a:t>waar</a:t>
            </a:r>
            <a:r>
              <a:rPr lang="en-US" dirty="0"/>
              <a:t> de </a:t>
            </a:r>
            <a:r>
              <a:rPr lang="en-US" dirty="0" err="1"/>
              <a:t>balans</a:t>
            </a:r>
            <a:r>
              <a:rPr lang="en-US" dirty="0"/>
              <a:t> </a:t>
            </a:r>
            <a:r>
              <a:rPr lang="en-US" dirty="0" err="1"/>
              <a:t>optimaal</a:t>
            </a:r>
            <a:r>
              <a:rPr lang="en-US" dirty="0"/>
              <a:t> is </a:t>
            </a:r>
            <a:r>
              <a:rPr lang="en-US" dirty="0" err="1"/>
              <a:t>voor</a:t>
            </a:r>
            <a:r>
              <a:rPr lang="en-US" dirty="0"/>
              <a:t> </a:t>
            </a:r>
            <a:r>
              <a:rPr lang="en-US" dirty="0" err="1"/>
              <a:t>menselijke</a:t>
            </a:r>
            <a:r>
              <a:rPr lang="en-US" dirty="0"/>
              <a:t> </a:t>
            </a:r>
            <a:r>
              <a:rPr lang="en-US" dirty="0" err="1"/>
              <a:t>veiligheid</a:t>
            </a:r>
            <a:r>
              <a:rPr lang="en-US" dirty="0"/>
              <a:t>.</a:t>
            </a:r>
            <a:endParaRPr lang="nl-NL" dirty="0"/>
          </a:p>
        </p:txBody>
      </p:sp>
      <p:sp>
        <p:nvSpPr>
          <p:cNvPr id="4" name="Tijdelijke aanduiding voor dianummer 3"/>
          <p:cNvSpPr>
            <a:spLocks noGrp="1"/>
          </p:cNvSpPr>
          <p:nvPr>
            <p:ph type="sldNum" sz="quarter" idx="5"/>
          </p:nvPr>
        </p:nvSpPr>
        <p:spPr/>
        <p:txBody>
          <a:bodyPr/>
          <a:lstStyle/>
          <a:p>
            <a:fld id="{EE7AD678-E066-4115-B5B1-E8CCB757BFFC}" type="slidenum">
              <a:rPr lang="nl-NL"/>
              <a:t>13</a:t>
            </a:fld>
            <a:endParaRPr lang="nl-NL"/>
          </a:p>
        </p:txBody>
      </p:sp>
    </p:spTree>
    <p:extLst>
      <p:ext uri="{BB962C8B-B14F-4D97-AF65-F5344CB8AC3E}">
        <p14:creationId xmlns:p14="http://schemas.microsoft.com/office/powerpoint/2010/main" val="149660922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dirty="0"/>
              <a:t>De </a:t>
            </a:r>
            <a:r>
              <a:rPr lang="en-US" dirty="0" err="1"/>
              <a:t>conclusie</a:t>
            </a:r>
            <a:r>
              <a:rPr lang="en-US" dirty="0"/>
              <a:t> </a:t>
            </a:r>
            <a:r>
              <a:rPr lang="en-US" dirty="0" err="1"/>
              <a:t>voor</a:t>
            </a:r>
            <a:r>
              <a:rPr lang="en-US" dirty="0"/>
              <a:t> de Mushrooms is </a:t>
            </a:r>
            <a:r>
              <a:rPr lang="en-US" dirty="0" err="1"/>
              <a:t>eigenlijk</a:t>
            </a:r>
            <a:r>
              <a:rPr lang="en-US" dirty="0"/>
              <a:t> heel </a:t>
            </a:r>
            <a:r>
              <a:rPr lang="en-US" dirty="0" err="1"/>
              <a:t>menselijk</a:t>
            </a:r>
            <a:r>
              <a:rPr lang="en-US" dirty="0"/>
              <a:t>. We </a:t>
            </a:r>
            <a:r>
              <a:rPr lang="en-US" dirty="0" err="1"/>
              <a:t>lossen</a:t>
            </a:r>
            <a:r>
              <a:rPr lang="en-US" dirty="0"/>
              <a:t> </a:t>
            </a:r>
            <a:r>
              <a:rPr lang="en-US" dirty="0" err="1"/>
              <a:t>niet</a:t>
            </a:r>
            <a:r>
              <a:rPr lang="en-US" dirty="0"/>
              <a:t> </a:t>
            </a:r>
            <a:r>
              <a:rPr lang="en-US" dirty="0" err="1"/>
              <a:t>alleen</a:t>
            </a:r>
            <a:r>
              <a:rPr lang="en-US" dirty="0"/>
              <a:t> </a:t>
            </a:r>
            <a:r>
              <a:rPr lang="en-US" dirty="0" err="1"/>
              <a:t>datakwaliteit-problemen</a:t>
            </a:r>
            <a:r>
              <a:rPr lang="en-US" dirty="0"/>
              <a:t> op, maar we </a:t>
            </a:r>
            <a:r>
              <a:rPr lang="en-US" dirty="0" err="1"/>
              <a:t>maken</a:t>
            </a:r>
            <a:r>
              <a:rPr lang="en-US" dirty="0"/>
              <a:t> </a:t>
            </a:r>
            <a:r>
              <a:rPr lang="en-US" dirty="0" err="1"/>
              <a:t>ethische</a:t>
            </a:r>
            <a:r>
              <a:rPr lang="en-US" dirty="0"/>
              <a:t> </a:t>
            </a:r>
            <a:r>
              <a:rPr lang="en-US" dirty="0" err="1"/>
              <a:t>keuzes</a:t>
            </a:r>
            <a:r>
              <a:rPr lang="en-US" dirty="0"/>
              <a:t> in de Machine Learning. </a:t>
            </a:r>
            <a:r>
              <a:rPr lang="en-US" dirty="0" err="1"/>
              <a:t>Onze</a:t>
            </a:r>
            <a:r>
              <a:rPr lang="en-US" dirty="0"/>
              <a:t> regel is: we </a:t>
            </a:r>
            <a:r>
              <a:rPr lang="en-US" dirty="0" err="1"/>
              <a:t>gooien</a:t>
            </a:r>
            <a:r>
              <a:rPr lang="en-US" dirty="0"/>
              <a:t> </a:t>
            </a:r>
            <a:r>
              <a:rPr lang="en-US" dirty="0" err="1"/>
              <a:t>veel</a:t>
            </a:r>
            <a:r>
              <a:rPr lang="en-US" dirty="0"/>
              <a:t> </a:t>
            </a:r>
            <a:r>
              <a:rPr lang="en-US" dirty="0" err="1"/>
              <a:t>liever</a:t>
            </a:r>
            <a:r>
              <a:rPr lang="en-US" dirty="0"/>
              <a:t> wat </a:t>
            </a:r>
            <a:r>
              <a:rPr lang="en-US" dirty="0" err="1"/>
              <a:t>gezonde</a:t>
            </a:r>
            <a:r>
              <a:rPr lang="en-US" dirty="0"/>
              <a:t> </a:t>
            </a:r>
            <a:r>
              <a:rPr lang="en-US" dirty="0" err="1"/>
              <a:t>paddenstoelen</a:t>
            </a:r>
            <a:r>
              <a:rPr lang="en-US" dirty="0"/>
              <a:t> </a:t>
            </a:r>
            <a:r>
              <a:rPr lang="en-US" dirty="0" err="1"/>
              <a:t>weg</a:t>
            </a:r>
            <a:r>
              <a:rPr lang="en-US" dirty="0"/>
              <a:t>, dan </a:t>
            </a:r>
            <a:r>
              <a:rPr lang="en-US" dirty="0" err="1"/>
              <a:t>dat</a:t>
            </a:r>
            <a:r>
              <a:rPr lang="en-US" dirty="0"/>
              <a:t> we het </a:t>
            </a:r>
            <a:r>
              <a:rPr lang="en-US" dirty="0" err="1"/>
              <a:t>risico</a:t>
            </a:r>
            <a:r>
              <a:rPr lang="en-US" dirty="0"/>
              <a:t> </a:t>
            </a:r>
            <a:r>
              <a:rPr lang="en-US" dirty="0" err="1"/>
              <a:t>lopen</a:t>
            </a:r>
            <a:r>
              <a:rPr lang="en-US" dirty="0"/>
              <a:t> om </a:t>
            </a:r>
            <a:r>
              <a:rPr lang="en-US" dirty="0" err="1"/>
              <a:t>één</a:t>
            </a:r>
            <a:r>
              <a:rPr lang="en-US" dirty="0"/>
              <a:t> </a:t>
            </a:r>
            <a:r>
              <a:rPr lang="en-US" dirty="0" err="1"/>
              <a:t>dodelijke</a:t>
            </a:r>
            <a:r>
              <a:rPr lang="en-US" dirty="0"/>
              <a:t> </a:t>
            </a:r>
            <a:r>
              <a:rPr lang="en-US" dirty="0" err="1"/>
              <a:t>paddenstoel</a:t>
            </a:r>
            <a:r>
              <a:rPr lang="en-US" dirty="0"/>
              <a:t> op </a:t>
            </a:r>
            <a:r>
              <a:rPr lang="en-US" dirty="0" err="1"/>
              <a:t>te</a:t>
            </a:r>
            <a:r>
              <a:rPr lang="en-US" dirty="0"/>
              <a:t> eten. </a:t>
            </a:r>
            <a:r>
              <a:rPr lang="en-US" dirty="0" err="1"/>
              <a:t>Doordat</a:t>
            </a:r>
            <a:r>
              <a:rPr lang="en-US" dirty="0"/>
              <a:t> we de </a:t>
            </a:r>
            <a:r>
              <a:rPr lang="en-US" dirty="0" err="1"/>
              <a:t>drempel</a:t>
            </a:r>
            <a:r>
              <a:rPr lang="en-US" dirty="0"/>
              <a:t> </a:t>
            </a:r>
            <a:r>
              <a:rPr lang="en-US" dirty="0" err="1"/>
              <a:t>hebben</a:t>
            </a:r>
            <a:r>
              <a:rPr lang="en-US" dirty="0"/>
              <a:t> </a:t>
            </a:r>
            <a:r>
              <a:rPr lang="en-US" dirty="0" err="1"/>
              <a:t>verlaagd</a:t>
            </a:r>
            <a:r>
              <a:rPr lang="en-US" dirty="0"/>
              <a:t> </a:t>
            </a:r>
            <a:r>
              <a:rPr lang="en-US" dirty="0" err="1"/>
              <a:t>naar</a:t>
            </a:r>
            <a:r>
              <a:rPr lang="en-US" dirty="0"/>
              <a:t> 15%, </a:t>
            </a:r>
            <a:r>
              <a:rPr lang="en-US" dirty="0" err="1"/>
              <a:t>daalt</a:t>
            </a:r>
            <a:r>
              <a:rPr lang="en-US" dirty="0"/>
              <a:t> de pure accuracy </a:t>
            </a:r>
            <a:r>
              <a:rPr lang="en-US" dirty="0" err="1"/>
              <a:t>misschien</a:t>
            </a:r>
            <a:r>
              <a:rPr lang="en-US" dirty="0"/>
              <a:t> </a:t>
            </a:r>
            <a:r>
              <a:rPr lang="en-US" dirty="0" err="1"/>
              <a:t>een</a:t>
            </a:r>
            <a:r>
              <a:rPr lang="en-US" dirty="0"/>
              <a:t> </a:t>
            </a:r>
            <a:r>
              <a:rPr lang="en-US" dirty="0" err="1"/>
              <a:t>klein</a:t>
            </a:r>
            <a:r>
              <a:rPr lang="en-US" dirty="0"/>
              <a:t> </a:t>
            </a:r>
            <a:r>
              <a:rPr lang="en-US" dirty="0" err="1"/>
              <a:t>beetje</a:t>
            </a:r>
            <a:r>
              <a:rPr lang="en-US" dirty="0"/>
              <a:t>, maar redden we </a:t>
            </a:r>
            <a:r>
              <a:rPr lang="en-US" dirty="0" err="1"/>
              <a:t>wel</a:t>
            </a:r>
            <a:r>
              <a:rPr lang="en-US" dirty="0"/>
              <a:t> </a:t>
            </a:r>
            <a:r>
              <a:rPr lang="en-US" dirty="0" err="1"/>
              <a:t>mensenlevens</a:t>
            </a:r>
            <a:r>
              <a:rPr lang="en-US" dirty="0"/>
              <a:t>. Met die </a:t>
            </a:r>
            <a:r>
              <a:rPr lang="en-US" dirty="0" err="1"/>
              <a:t>instelling</a:t>
            </a:r>
            <a:r>
              <a:rPr lang="en-US" dirty="0"/>
              <a:t> </a:t>
            </a:r>
            <a:r>
              <a:rPr lang="en-US" dirty="0" err="1"/>
              <a:t>hebben</a:t>
            </a:r>
            <a:r>
              <a:rPr lang="en-US" dirty="0"/>
              <a:t> we </a:t>
            </a:r>
            <a:r>
              <a:rPr lang="en-US" dirty="0" err="1"/>
              <a:t>dit</a:t>
            </a:r>
            <a:r>
              <a:rPr lang="en-US" dirty="0"/>
              <a:t> </a:t>
            </a:r>
            <a:r>
              <a:rPr lang="en-US" dirty="0" err="1"/>
              <a:t>XGBoost</a:t>
            </a:r>
            <a:r>
              <a:rPr lang="en-US" dirty="0"/>
              <a:t>-model </a:t>
            </a:r>
            <a:r>
              <a:rPr lang="en-US" dirty="0" err="1"/>
              <a:t>verpakt</a:t>
            </a:r>
            <a:r>
              <a:rPr lang="en-US" dirty="0"/>
              <a:t> in </a:t>
            </a:r>
            <a:r>
              <a:rPr lang="en-US" dirty="0" err="1"/>
              <a:t>onze</a:t>
            </a:r>
            <a:r>
              <a:rPr lang="en-US" dirty="0"/>
              <a:t> API </a:t>
            </a:r>
            <a:r>
              <a:rPr lang="en-US" dirty="0" err="1"/>
              <a:t>voor</a:t>
            </a:r>
            <a:r>
              <a:rPr lang="en-US" dirty="0"/>
              <a:t> </a:t>
            </a:r>
            <a:r>
              <a:rPr lang="en-US" dirty="0" err="1"/>
              <a:t>productie</a:t>
            </a:r>
            <a:r>
              <a:rPr lang="en-US" dirty="0"/>
              <a:t>.</a:t>
            </a:r>
            <a:endParaRPr lang="nl-NL" dirty="0"/>
          </a:p>
        </p:txBody>
      </p:sp>
      <p:sp>
        <p:nvSpPr>
          <p:cNvPr id="4" name="Tijdelijke aanduiding voor dianummer 3"/>
          <p:cNvSpPr>
            <a:spLocks noGrp="1"/>
          </p:cNvSpPr>
          <p:nvPr>
            <p:ph type="sldNum" sz="quarter" idx="5"/>
          </p:nvPr>
        </p:nvSpPr>
        <p:spPr/>
        <p:txBody>
          <a:bodyPr/>
          <a:lstStyle/>
          <a:p>
            <a:fld id="{EE7AD678-E066-4115-B5B1-E8CCB757BFFC}" type="slidenum">
              <a:rPr lang="nl-NL"/>
              <a:t>14</a:t>
            </a:fld>
            <a:endParaRPr lang="nl-NL"/>
          </a:p>
        </p:txBody>
      </p:sp>
    </p:spTree>
    <p:extLst>
      <p:ext uri="{BB962C8B-B14F-4D97-AF65-F5344CB8AC3E}">
        <p14:creationId xmlns:p14="http://schemas.microsoft.com/office/powerpoint/2010/main" val="26467706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a:t>Deze data was gigantisch. Om dit werkbaar te houden, hebben we een geautomatiseerde datapijplijn geschreven die de miljoenen ritten on-the-fly downloadt van Amazon S3 en uitpakt. Geen handmatig knip-en-plak werk, maar pure data engineering.</a:t>
            </a:r>
            <a:endParaRPr lang="nl-NL"/>
          </a:p>
        </p:txBody>
      </p:sp>
      <p:sp>
        <p:nvSpPr>
          <p:cNvPr id="4" name="Tijdelijke aanduiding voor dianummer 3"/>
          <p:cNvSpPr>
            <a:spLocks noGrp="1"/>
          </p:cNvSpPr>
          <p:nvPr>
            <p:ph type="sldNum" sz="quarter" idx="5"/>
          </p:nvPr>
        </p:nvSpPr>
        <p:spPr/>
        <p:txBody>
          <a:bodyPr/>
          <a:lstStyle/>
          <a:p>
            <a:fld id="{EE7AD678-E066-4115-B5B1-E8CCB757BFFC}" type="slidenum">
              <a:rPr lang="nl-NL"/>
              <a:t>15</a:t>
            </a:fld>
            <a:endParaRPr lang="nl-NL"/>
          </a:p>
        </p:txBody>
      </p:sp>
    </p:spTree>
    <p:extLst>
      <p:ext uri="{BB962C8B-B14F-4D97-AF65-F5344CB8AC3E}">
        <p14:creationId xmlns:p14="http://schemas.microsoft.com/office/powerpoint/2010/main" val="2767306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a:t>Het doel hier was classificatie: kunnen we puur op rit-data voorspellen of iemand Member of Casual is? Het grootste inzicht was de extreme onbalans: bijna 90% is Member. Dit was een enorme red flag voor onze latere modelevaluatie.</a:t>
            </a:r>
            <a:endParaRPr lang="nl-NL"/>
          </a:p>
        </p:txBody>
      </p:sp>
      <p:sp>
        <p:nvSpPr>
          <p:cNvPr id="4" name="Tijdelijke aanduiding voor dianummer 3"/>
          <p:cNvSpPr>
            <a:spLocks noGrp="1"/>
          </p:cNvSpPr>
          <p:nvPr>
            <p:ph type="sldNum" sz="quarter" idx="5"/>
          </p:nvPr>
        </p:nvSpPr>
        <p:spPr/>
        <p:txBody>
          <a:bodyPr/>
          <a:lstStyle/>
          <a:p>
            <a:fld id="{EE7AD678-E066-4115-B5B1-E8CCB757BFFC}" type="slidenum">
              <a:rPr lang="nl-NL"/>
              <a:t>16</a:t>
            </a:fld>
            <a:endParaRPr lang="nl-NL"/>
          </a:p>
        </p:txBody>
      </p:sp>
    </p:spTree>
    <p:extLst>
      <p:ext uri="{BB962C8B-B14F-4D97-AF65-F5344CB8AC3E}">
        <p14:creationId xmlns:p14="http://schemas.microsoft.com/office/powerpoint/2010/main" val="243732249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dirty="0" err="1"/>
              <a:t>Voordat</a:t>
            </a:r>
            <a:r>
              <a:rPr lang="en-US" dirty="0"/>
              <a:t> we </a:t>
            </a:r>
            <a:r>
              <a:rPr lang="en-US" dirty="0" err="1"/>
              <a:t>voorspelden</a:t>
            </a:r>
            <a:r>
              <a:rPr lang="en-US" dirty="0"/>
              <a:t>, </a:t>
            </a:r>
            <a:r>
              <a:rPr lang="en-US" dirty="0" err="1"/>
              <a:t>wilden</a:t>
            </a:r>
            <a:r>
              <a:rPr lang="en-US" dirty="0"/>
              <a:t> we </a:t>
            </a:r>
            <a:r>
              <a:rPr lang="en-US" dirty="0" err="1"/>
              <a:t>wiskundig</a:t>
            </a:r>
            <a:r>
              <a:rPr lang="en-US" dirty="0"/>
              <a:t> </a:t>
            </a:r>
            <a:r>
              <a:rPr lang="en-US" dirty="0" err="1"/>
              <a:t>bewijzen</a:t>
            </a:r>
            <a:r>
              <a:rPr lang="en-US" dirty="0"/>
              <a:t> of er </a:t>
            </a:r>
            <a:r>
              <a:rPr lang="en-US" dirty="0" err="1"/>
              <a:t>überhaupt</a:t>
            </a:r>
            <a:r>
              <a:rPr lang="en-US" dirty="0"/>
              <a:t> </a:t>
            </a:r>
            <a:r>
              <a:rPr lang="en-US" dirty="0" err="1"/>
              <a:t>gedragsverschil</a:t>
            </a:r>
            <a:r>
              <a:rPr lang="en-US" dirty="0"/>
              <a:t> is. Onze </a:t>
            </a:r>
            <a:r>
              <a:rPr lang="en-US" dirty="0" err="1"/>
              <a:t>hypothese</a:t>
            </a:r>
            <a:r>
              <a:rPr lang="en-US" dirty="0"/>
              <a:t>: Casuals </a:t>
            </a:r>
            <a:r>
              <a:rPr lang="en-US" dirty="0" err="1"/>
              <a:t>huren</a:t>
            </a:r>
            <a:r>
              <a:rPr lang="en-US" dirty="0"/>
              <a:t> de </a:t>
            </a:r>
            <a:r>
              <a:rPr lang="en-US" dirty="0" err="1"/>
              <a:t>fiets</a:t>
            </a:r>
            <a:r>
              <a:rPr lang="en-US" dirty="0"/>
              <a:t> </a:t>
            </a:r>
            <a:r>
              <a:rPr lang="en-US" dirty="0" err="1"/>
              <a:t>langer</a:t>
            </a:r>
            <a:r>
              <a:rPr lang="en-US" dirty="0"/>
              <a:t> </a:t>
            </a:r>
            <a:r>
              <a:rPr lang="en-US" dirty="0" err="1"/>
              <a:t>voor</a:t>
            </a:r>
            <a:r>
              <a:rPr lang="en-US" dirty="0"/>
              <a:t> </a:t>
            </a:r>
            <a:r>
              <a:rPr lang="en-US" dirty="0" err="1"/>
              <a:t>vrije</a:t>
            </a:r>
            <a:r>
              <a:rPr lang="en-US" dirty="0"/>
              <a:t> </a:t>
            </a:r>
            <a:r>
              <a:rPr lang="en-US" dirty="0" err="1"/>
              <a:t>tijd</a:t>
            </a:r>
            <a:r>
              <a:rPr lang="en-US" dirty="0"/>
              <a:t>, Members </a:t>
            </a:r>
            <a:r>
              <a:rPr lang="en-US" dirty="0" err="1"/>
              <a:t>voor</a:t>
            </a:r>
            <a:r>
              <a:rPr lang="en-US" dirty="0"/>
              <a:t> </a:t>
            </a:r>
            <a:r>
              <a:rPr lang="en-US" dirty="0" err="1"/>
              <a:t>korte</a:t>
            </a:r>
            <a:r>
              <a:rPr lang="en-US" dirty="0"/>
              <a:t> </a:t>
            </a:r>
            <a:r>
              <a:rPr lang="en-US" dirty="0" err="1"/>
              <a:t>ritjes</a:t>
            </a:r>
            <a:r>
              <a:rPr lang="en-US" dirty="0"/>
              <a:t> </a:t>
            </a:r>
            <a:r>
              <a:rPr lang="en-US" dirty="0" err="1"/>
              <a:t>naar</a:t>
            </a:r>
            <a:r>
              <a:rPr lang="en-US" dirty="0"/>
              <a:t> </a:t>
            </a:r>
            <a:r>
              <a:rPr lang="en-US" dirty="0" err="1"/>
              <a:t>werk</a:t>
            </a:r>
            <a:r>
              <a:rPr lang="en-US" dirty="0"/>
              <a:t>. Via </a:t>
            </a:r>
            <a:r>
              <a:rPr lang="en-US" dirty="0" err="1"/>
              <a:t>een</a:t>
            </a:r>
            <a:r>
              <a:rPr lang="en-US" dirty="0"/>
              <a:t> </a:t>
            </a:r>
            <a:r>
              <a:rPr lang="en-US" dirty="0" err="1"/>
              <a:t>formele</a:t>
            </a:r>
            <a:r>
              <a:rPr lang="en-US" dirty="0"/>
              <a:t> T-Test </a:t>
            </a:r>
            <a:r>
              <a:rPr lang="en-US" dirty="0" err="1"/>
              <a:t>hebben</a:t>
            </a:r>
            <a:r>
              <a:rPr lang="en-US" dirty="0"/>
              <a:t> we met absolute </a:t>
            </a:r>
            <a:r>
              <a:rPr lang="en-US" dirty="0" err="1"/>
              <a:t>wiskundige</a:t>
            </a:r>
            <a:r>
              <a:rPr lang="en-US" dirty="0"/>
              <a:t> </a:t>
            </a:r>
            <a:r>
              <a:rPr lang="en-US" dirty="0" err="1"/>
              <a:t>zekerheid</a:t>
            </a:r>
            <a:r>
              <a:rPr lang="en-US" dirty="0"/>
              <a:t> (p-</a:t>
            </a:r>
            <a:r>
              <a:rPr lang="en-US" dirty="0" err="1"/>
              <a:t>waarde</a:t>
            </a:r>
            <a:r>
              <a:rPr lang="en-US" dirty="0"/>
              <a:t> &lt; 0.05) </a:t>
            </a:r>
            <a:r>
              <a:rPr lang="en-US" dirty="0" err="1"/>
              <a:t>bewezen</a:t>
            </a:r>
            <a:r>
              <a:rPr lang="en-US" dirty="0"/>
              <a:t> </a:t>
            </a:r>
            <a:r>
              <a:rPr lang="en-US" dirty="0" err="1"/>
              <a:t>dat</a:t>
            </a:r>
            <a:r>
              <a:rPr lang="en-US" dirty="0"/>
              <a:t> Casuals </a:t>
            </a:r>
            <a:r>
              <a:rPr lang="en-US" dirty="0" err="1"/>
              <a:t>inderdaad</a:t>
            </a:r>
            <a:r>
              <a:rPr lang="en-US" dirty="0"/>
              <a:t> significant </a:t>
            </a:r>
            <a:r>
              <a:rPr lang="en-US" dirty="0" err="1"/>
              <a:t>langer</a:t>
            </a:r>
            <a:r>
              <a:rPr lang="en-US" dirty="0"/>
              <a:t> </a:t>
            </a:r>
            <a:r>
              <a:rPr lang="en-US" dirty="0" err="1"/>
              <a:t>fietsen</a:t>
            </a:r>
            <a:r>
              <a:rPr lang="en-US" dirty="0"/>
              <a:t>.</a:t>
            </a:r>
            <a:endParaRPr lang="nl-NL" dirty="0"/>
          </a:p>
        </p:txBody>
      </p:sp>
      <p:sp>
        <p:nvSpPr>
          <p:cNvPr id="4" name="Tijdelijke aanduiding voor dianummer 3"/>
          <p:cNvSpPr>
            <a:spLocks noGrp="1"/>
          </p:cNvSpPr>
          <p:nvPr>
            <p:ph type="sldNum" sz="quarter" idx="5"/>
          </p:nvPr>
        </p:nvSpPr>
        <p:spPr/>
        <p:txBody>
          <a:bodyPr/>
          <a:lstStyle/>
          <a:p>
            <a:fld id="{EE7AD678-E066-4115-B5B1-E8CCB757BFFC}" type="slidenum">
              <a:rPr lang="nl-NL"/>
              <a:t>17</a:t>
            </a:fld>
            <a:endParaRPr lang="nl-NL"/>
          </a:p>
        </p:txBody>
      </p:sp>
    </p:spTree>
    <p:extLst>
      <p:ext uri="{BB962C8B-B14F-4D97-AF65-F5344CB8AC3E}">
        <p14:creationId xmlns:p14="http://schemas.microsoft.com/office/powerpoint/2010/main" val="94542860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dirty="0"/>
              <a:t>Hier </a:t>
            </a:r>
            <a:r>
              <a:rPr lang="en-US" dirty="0" err="1"/>
              <a:t>zie</a:t>
            </a:r>
            <a:r>
              <a:rPr lang="en-US" dirty="0"/>
              <a:t> je </a:t>
            </a:r>
            <a:r>
              <a:rPr lang="en-US" dirty="0" err="1"/>
              <a:t>dat</a:t>
            </a:r>
            <a:r>
              <a:rPr lang="en-US" dirty="0"/>
              <a:t> </a:t>
            </a:r>
            <a:r>
              <a:rPr lang="en-US" dirty="0" err="1"/>
              <a:t>gedrag</a:t>
            </a:r>
            <a:r>
              <a:rPr lang="en-US" dirty="0"/>
              <a:t> </a:t>
            </a:r>
            <a:r>
              <a:rPr lang="en-US" dirty="0" err="1"/>
              <a:t>gevisualiseerd</a:t>
            </a:r>
            <a:r>
              <a:rPr lang="en-US" dirty="0"/>
              <a:t>. Na het </a:t>
            </a:r>
            <a:r>
              <a:rPr lang="en-US" dirty="0" err="1"/>
              <a:t>aggregeren</a:t>
            </a:r>
            <a:r>
              <a:rPr lang="en-US" dirty="0"/>
              <a:t> </a:t>
            </a:r>
            <a:r>
              <a:rPr lang="en-US" dirty="0" err="1"/>
              <a:t>zie</a:t>
            </a:r>
            <a:r>
              <a:rPr lang="en-US" dirty="0"/>
              <a:t> je </a:t>
            </a:r>
            <a:r>
              <a:rPr lang="en-US" dirty="0" err="1"/>
              <a:t>duidelijk</a:t>
            </a:r>
            <a:r>
              <a:rPr lang="en-US" dirty="0"/>
              <a:t> de </a:t>
            </a:r>
            <a:r>
              <a:rPr lang="en-US" dirty="0" err="1"/>
              <a:t>enorme</a:t>
            </a:r>
            <a:r>
              <a:rPr lang="en-US" dirty="0"/>
              <a:t> </a:t>
            </a:r>
            <a:r>
              <a:rPr lang="en-US" dirty="0" err="1"/>
              <a:t>overmacht</a:t>
            </a:r>
            <a:r>
              <a:rPr lang="en-US" dirty="0"/>
              <a:t> </a:t>
            </a:r>
            <a:r>
              <a:rPr lang="en-US" dirty="0" err="1"/>
              <a:t>aan</a:t>
            </a:r>
            <a:r>
              <a:rPr lang="en-US" dirty="0"/>
              <a:t> Members </a:t>
            </a:r>
            <a:r>
              <a:rPr lang="en-US" dirty="0" err="1"/>
              <a:t>en</a:t>
            </a:r>
            <a:r>
              <a:rPr lang="en-US" dirty="0"/>
              <a:t> het </a:t>
            </a:r>
            <a:r>
              <a:rPr lang="en-US" dirty="0" err="1"/>
              <a:t>verschil</a:t>
            </a:r>
            <a:r>
              <a:rPr lang="en-US" dirty="0"/>
              <a:t> in </a:t>
            </a:r>
            <a:r>
              <a:rPr lang="en-US" dirty="0" err="1"/>
              <a:t>ritduur</a:t>
            </a:r>
            <a:r>
              <a:rPr lang="en-US" dirty="0"/>
              <a:t>. </a:t>
            </a:r>
            <a:r>
              <a:rPr lang="en-US" dirty="0" err="1"/>
              <a:t>Deze</a:t>
            </a:r>
            <a:r>
              <a:rPr lang="en-US" dirty="0"/>
              <a:t> </a:t>
            </a:r>
            <a:r>
              <a:rPr lang="en-US" dirty="0" err="1"/>
              <a:t>patronen</a:t>
            </a:r>
            <a:r>
              <a:rPr lang="en-US" dirty="0"/>
              <a:t> </a:t>
            </a:r>
            <a:r>
              <a:rPr lang="en-US" dirty="0" err="1"/>
              <a:t>vormen</a:t>
            </a:r>
            <a:r>
              <a:rPr lang="en-US" dirty="0"/>
              <a:t> de </a:t>
            </a:r>
            <a:r>
              <a:rPr lang="en-US" dirty="0" err="1"/>
              <a:t>brandstof</a:t>
            </a:r>
            <a:r>
              <a:rPr lang="en-US" dirty="0"/>
              <a:t> </a:t>
            </a:r>
            <a:r>
              <a:rPr lang="en-US" dirty="0" err="1"/>
              <a:t>voor</a:t>
            </a:r>
            <a:r>
              <a:rPr lang="en-US" dirty="0"/>
              <a:t> </a:t>
            </a:r>
            <a:r>
              <a:rPr lang="en-US" dirty="0" err="1"/>
              <a:t>ons</a:t>
            </a:r>
            <a:r>
              <a:rPr lang="en-US" dirty="0"/>
              <a:t> </a:t>
            </a:r>
            <a:r>
              <a:rPr lang="en-US" dirty="0" err="1"/>
              <a:t>algoritme</a:t>
            </a:r>
            <a:endParaRPr lang="nl-NL" dirty="0" err="1"/>
          </a:p>
        </p:txBody>
      </p:sp>
      <p:sp>
        <p:nvSpPr>
          <p:cNvPr id="4" name="Tijdelijke aanduiding voor dianummer 3"/>
          <p:cNvSpPr>
            <a:spLocks noGrp="1"/>
          </p:cNvSpPr>
          <p:nvPr>
            <p:ph type="sldNum" sz="quarter" idx="5"/>
          </p:nvPr>
        </p:nvSpPr>
        <p:spPr/>
        <p:txBody>
          <a:bodyPr/>
          <a:lstStyle/>
          <a:p>
            <a:fld id="{EE7AD678-E066-4115-B5B1-E8CCB757BFFC}" type="slidenum">
              <a:rPr lang="nl-NL"/>
              <a:t>18</a:t>
            </a:fld>
            <a:endParaRPr lang="nl-NL"/>
          </a:p>
        </p:txBody>
      </p:sp>
    </p:spTree>
    <p:extLst>
      <p:ext uri="{BB962C8B-B14F-4D97-AF65-F5344CB8AC3E}">
        <p14:creationId xmlns:p14="http://schemas.microsoft.com/office/powerpoint/2010/main" val="339197709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dirty="0"/>
              <a:t>Om het model </a:t>
            </a:r>
            <a:r>
              <a:rPr lang="en-US" dirty="0" err="1"/>
              <a:t>écht</a:t>
            </a:r>
            <a:r>
              <a:rPr lang="en-US" dirty="0"/>
              <a:t> </a:t>
            </a:r>
            <a:r>
              <a:rPr lang="en-US" dirty="0" err="1"/>
              <a:t>krachtig</a:t>
            </a:r>
            <a:r>
              <a:rPr lang="en-US" dirty="0"/>
              <a:t> </a:t>
            </a:r>
            <a:r>
              <a:rPr lang="en-US" dirty="0" err="1"/>
              <a:t>te</a:t>
            </a:r>
            <a:r>
              <a:rPr lang="en-US" dirty="0"/>
              <a:t> </a:t>
            </a:r>
            <a:r>
              <a:rPr lang="en-US" dirty="0" err="1"/>
              <a:t>maken</a:t>
            </a:r>
            <a:r>
              <a:rPr lang="en-US" dirty="0"/>
              <a:t>, </a:t>
            </a:r>
            <a:r>
              <a:rPr lang="en-US" dirty="0" err="1"/>
              <a:t>konden</a:t>
            </a:r>
            <a:r>
              <a:rPr lang="en-US" dirty="0"/>
              <a:t> we </a:t>
            </a:r>
            <a:r>
              <a:rPr lang="en-US" dirty="0" err="1"/>
              <a:t>niet</a:t>
            </a:r>
            <a:r>
              <a:rPr lang="en-US" dirty="0"/>
              <a:t> </a:t>
            </a:r>
            <a:r>
              <a:rPr lang="en-US" dirty="0" err="1"/>
              <a:t>zomaar</a:t>
            </a:r>
            <a:r>
              <a:rPr lang="en-US" dirty="0"/>
              <a:t> </a:t>
            </a:r>
            <a:r>
              <a:rPr lang="en-US" dirty="0" err="1"/>
              <a:t>ruwe</a:t>
            </a:r>
            <a:r>
              <a:rPr lang="en-US" dirty="0"/>
              <a:t> GPS-</a:t>
            </a:r>
            <a:r>
              <a:rPr lang="en-US" dirty="0" err="1"/>
              <a:t>coördinaten</a:t>
            </a:r>
            <a:r>
              <a:rPr lang="en-US" dirty="0"/>
              <a:t> </a:t>
            </a:r>
            <a:r>
              <a:rPr lang="en-US" dirty="0" err="1"/>
              <a:t>inladen</a:t>
            </a:r>
            <a:r>
              <a:rPr lang="en-US" dirty="0"/>
              <a:t>. We </a:t>
            </a:r>
            <a:r>
              <a:rPr lang="en-US" dirty="0" err="1"/>
              <a:t>hebben</a:t>
            </a:r>
            <a:r>
              <a:rPr lang="en-US" dirty="0"/>
              <a:t> </a:t>
            </a:r>
            <a:r>
              <a:rPr lang="en-US" dirty="0" err="1"/>
              <a:t>zelf</a:t>
            </a:r>
            <a:r>
              <a:rPr lang="en-US" dirty="0"/>
              <a:t> </a:t>
            </a:r>
            <a:r>
              <a:rPr lang="en-US" dirty="0" err="1"/>
              <a:t>geavanceerde</a:t>
            </a:r>
            <a:r>
              <a:rPr lang="en-US" dirty="0"/>
              <a:t> features </a:t>
            </a:r>
            <a:r>
              <a:rPr lang="en-US" dirty="0" err="1"/>
              <a:t>berekend</a:t>
            </a:r>
            <a:r>
              <a:rPr lang="en-US" dirty="0"/>
              <a:t>: de </a:t>
            </a:r>
            <a:r>
              <a:rPr lang="en-US" dirty="0" err="1"/>
              <a:t>hemelsbrede</a:t>
            </a:r>
            <a:r>
              <a:rPr lang="en-US" dirty="0"/>
              <a:t> </a:t>
            </a:r>
            <a:r>
              <a:rPr lang="en-US" dirty="0" err="1"/>
              <a:t>vogelvlucht-afstand</a:t>
            </a:r>
            <a:r>
              <a:rPr lang="en-US" dirty="0"/>
              <a:t> in kilometers via de Haversine </a:t>
            </a:r>
            <a:r>
              <a:rPr lang="en-US" dirty="0" err="1"/>
              <a:t>formule</a:t>
            </a:r>
            <a:r>
              <a:rPr lang="en-US" dirty="0"/>
              <a:t>, </a:t>
            </a:r>
            <a:r>
              <a:rPr lang="en-US" dirty="0" err="1"/>
              <a:t>en</a:t>
            </a:r>
            <a:r>
              <a:rPr lang="en-US" dirty="0"/>
              <a:t> we </a:t>
            </a:r>
            <a:r>
              <a:rPr lang="en-US" dirty="0" err="1"/>
              <a:t>kruisten</a:t>
            </a:r>
            <a:r>
              <a:rPr lang="en-US" dirty="0"/>
              <a:t> </a:t>
            </a:r>
            <a:r>
              <a:rPr lang="en-US" dirty="0" err="1"/>
              <a:t>dit</a:t>
            </a:r>
            <a:r>
              <a:rPr lang="en-US" dirty="0"/>
              <a:t> met de </a:t>
            </a:r>
            <a:r>
              <a:rPr lang="en-US" dirty="0" err="1"/>
              <a:t>tijd</a:t>
            </a:r>
            <a:r>
              <a:rPr lang="en-US" dirty="0"/>
              <a:t> om zo de </a:t>
            </a:r>
            <a:r>
              <a:rPr lang="en-US" dirty="0" err="1"/>
              <a:t>gemiddelde</a:t>
            </a:r>
            <a:r>
              <a:rPr lang="en-US" dirty="0"/>
              <a:t> </a:t>
            </a:r>
            <a:r>
              <a:rPr lang="en-US" dirty="0" err="1"/>
              <a:t>snelheid</a:t>
            </a:r>
            <a:r>
              <a:rPr lang="en-US" dirty="0"/>
              <a:t> </a:t>
            </a:r>
            <a:r>
              <a:rPr lang="en-US" dirty="0" err="1"/>
              <a:t>te</a:t>
            </a:r>
            <a:r>
              <a:rPr lang="en-US" dirty="0"/>
              <a:t> </a:t>
            </a:r>
            <a:r>
              <a:rPr lang="en-US" dirty="0" err="1"/>
              <a:t>verkrijgen</a:t>
            </a:r>
            <a:r>
              <a:rPr lang="en-US" dirty="0"/>
              <a:t>.</a:t>
            </a:r>
            <a:endParaRPr lang="nl-NL" dirty="0"/>
          </a:p>
        </p:txBody>
      </p:sp>
      <p:sp>
        <p:nvSpPr>
          <p:cNvPr id="4" name="Tijdelijke aanduiding voor dianummer 3"/>
          <p:cNvSpPr>
            <a:spLocks noGrp="1"/>
          </p:cNvSpPr>
          <p:nvPr>
            <p:ph type="sldNum" sz="quarter" idx="5"/>
          </p:nvPr>
        </p:nvSpPr>
        <p:spPr/>
        <p:txBody>
          <a:bodyPr/>
          <a:lstStyle/>
          <a:p>
            <a:fld id="{EE7AD678-E066-4115-B5B1-E8CCB757BFFC}" type="slidenum">
              <a:t>19</a:t>
            </a:fld>
            <a:endParaRPr lang="nl-NL"/>
          </a:p>
        </p:txBody>
      </p:sp>
    </p:spTree>
    <p:extLst>
      <p:ext uri="{BB962C8B-B14F-4D97-AF65-F5344CB8AC3E}">
        <p14:creationId xmlns:p14="http://schemas.microsoft.com/office/powerpoint/2010/main" val="32330479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dirty="0"/>
              <a:t>Voor het </a:t>
            </a:r>
            <a:r>
              <a:rPr lang="en-US" dirty="0" err="1"/>
              <a:t>trainen</a:t>
            </a:r>
            <a:r>
              <a:rPr lang="en-US" dirty="0"/>
              <a:t> </a:t>
            </a:r>
            <a:r>
              <a:rPr lang="en-US" dirty="0" err="1"/>
              <a:t>hebben</a:t>
            </a:r>
            <a:r>
              <a:rPr lang="en-US" dirty="0"/>
              <a:t> we </a:t>
            </a:r>
            <a:r>
              <a:rPr lang="en-US" dirty="0" err="1"/>
              <a:t>onszelf</a:t>
            </a:r>
            <a:r>
              <a:rPr lang="en-US" dirty="0"/>
              <a:t> breed </a:t>
            </a:r>
            <a:r>
              <a:rPr lang="en-US" dirty="0" err="1"/>
              <a:t>opgesteld</a:t>
            </a:r>
            <a:r>
              <a:rPr lang="en-US" dirty="0"/>
              <a:t>. Brent </a:t>
            </a:r>
            <a:r>
              <a:rPr lang="en-US" dirty="0" err="1"/>
              <a:t>heeft</a:t>
            </a:r>
            <a:r>
              <a:rPr lang="en-US" dirty="0"/>
              <a:t> </a:t>
            </a:r>
            <a:r>
              <a:rPr lang="en-US" dirty="0" err="1"/>
              <a:t>modellen</a:t>
            </a:r>
            <a:r>
              <a:rPr lang="en-US" dirty="0"/>
              <a:t> </a:t>
            </a:r>
            <a:r>
              <a:rPr lang="en-US" dirty="0" err="1"/>
              <a:t>gebouwd</a:t>
            </a:r>
            <a:r>
              <a:rPr lang="en-US" dirty="0"/>
              <a:t> die de </a:t>
            </a:r>
            <a:r>
              <a:rPr lang="en-US" dirty="0" err="1"/>
              <a:t>ritduur</a:t>
            </a:r>
            <a:r>
              <a:rPr lang="en-US" dirty="0"/>
              <a:t> </a:t>
            </a:r>
            <a:r>
              <a:rPr lang="en-US" dirty="0" err="1"/>
              <a:t>voorspellen</a:t>
            </a:r>
            <a:r>
              <a:rPr lang="en-US" dirty="0"/>
              <a:t> via </a:t>
            </a:r>
            <a:r>
              <a:rPr lang="en-US" dirty="0" err="1"/>
              <a:t>Regressie</a:t>
            </a:r>
            <a:r>
              <a:rPr lang="en-US" dirty="0"/>
              <a:t>. </a:t>
            </a:r>
            <a:r>
              <a:rPr lang="en-US" dirty="0" err="1"/>
              <a:t>Tegelijkertijd</a:t>
            </a:r>
            <a:r>
              <a:rPr lang="en-US" dirty="0"/>
              <a:t> </a:t>
            </a:r>
            <a:r>
              <a:rPr lang="en-US" dirty="0" err="1"/>
              <a:t>focusten</a:t>
            </a:r>
            <a:r>
              <a:rPr lang="en-US" dirty="0"/>
              <a:t> </a:t>
            </a:r>
            <a:r>
              <a:rPr lang="en-US" dirty="0" err="1"/>
              <a:t>wij</a:t>
            </a:r>
            <a:r>
              <a:rPr lang="en-US" dirty="0"/>
              <a:t> </a:t>
            </a:r>
            <a:r>
              <a:rPr lang="en-US" dirty="0" err="1"/>
              <a:t>ons</a:t>
            </a:r>
            <a:r>
              <a:rPr lang="en-US" dirty="0"/>
              <a:t> op de </a:t>
            </a:r>
            <a:r>
              <a:rPr lang="en-US" dirty="0" err="1"/>
              <a:t>Classificatie</a:t>
            </a:r>
            <a:r>
              <a:rPr lang="en-US" dirty="0"/>
              <a:t>: Member of Casual? Voor </a:t>
            </a:r>
            <a:r>
              <a:rPr lang="en-US" dirty="0" err="1"/>
              <a:t>dit</a:t>
            </a:r>
            <a:r>
              <a:rPr lang="en-US" dirty="0"/>
              <a:t> </a:t>
            </a:r>
            <a:r>
              <a:rPr lang="en-US" dirty="0" err="1"/>
              <a:t>laatste</a:t>
            </a:r>
            <a:r>
              <a:rPr lang="en-US" dirty="0"/>
              <a:t> </a:t>
            </a:r>
            <a:r>
              <a:rPr lang="en-US" dirty="0" err="1"/>
              <a:t>hebben</a:t>
            </a:r>
            <a:r>
              <a:rPr lang="en-US" dirty="0"/>
              <a:t> we FLAML </a:t>
            </a:r>
            <a:r>
              <a:rPr lang="en-US" dirty="0" err="1"/>
              <a:t>en</a:t>
            </a:r>
            <a:r>
              <a:rPr lang="en-US" dirty="0"/>
              <a:t> </a:t>
            </a:r>
            <a:r>
              <a:rPr lang="en-US" dirty="0" err="1"/>
              <a:t>XGBoost</a:t>
            </a:r>
            <a:r>
              <a:rPr lang="en-US" dirty="0"/>
              <a:t> </a:t>
            </a:r>
            <a:r>
              <a:rPr lang="en-US" dirty="0" err="1"/>
              <a:t>ingezet</a:t>
            </a:r>
            <a:r>
              <a:rPr lang="en-US" dirty="0"/>
              <a:t>.</a:t>
            </a:r>
            <a:endParaRPr lang="nl-NL" dirty="0"/>
          </a:p>
        </p:txBody>
      </p:sp>
      <p:sp>
        <p:nvSpPr>
          <p:cNvPr id="4" name="Tijdelijke aanduiding voor dianummer 3"/>
          <p:cNvSpPr>
            <a:spLocks noGrp="1"/>
          </p:cNvSpPr>
          <p:nvPr>
            <p:ph type="sldNum" sz="quarter" idx="5"/>
          </p:nvPr>
        </p:nvSpPr>
        <p:spPr/>
        <p:txBody>
          <a:bodyPr/>
          <a:lstStyle/>
          <a:p>
            <a:fld id="{EE7AD678-E066-4115-B5B1-E8CCB757BFFC}" type="slidenum">
              <a:rPr lang="nl-NL"/>
              <a:t>20</a:t>
            </a:fld>
            <a:endParaRPr lang="nl-NL"/>
          </a:p>
        </p:txBody>
      </p:sp>
    </p:spTree>
    <p:extLst>
      <p:ext uri="{BB962C8B-B14F-4D97-AF65-F5344CB8AC3E}">
        <p14:creationId xmlns:p14="http://schemas.microsoft.com/office/powerpoint/2010/main" val="234355326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dirty="0"/>
              <a:t>Toen </a:t>
            </a:r>
            <a:r>
              <a:rPr lang="en-US" dirty="0" err="1"/>
              <a:t>kwam</a:t>
            </a:r>
            <a:r>
              <a:rPr lang="en-US" dirty="0"/>
              <a:t> de </a:t>
            </a:r>
            <a:r>
              <a:rPr lang="en-US" dirty="0" err="1"/>
              <a:t>evaluatie</a:t>
            </a:r>
            <a:r>
              <a:rPr lang="en-US" dirty="0"/>
              <a:t>. We </a:t>
            </a:r>
            <a:r>
              <a:rPr lang="en-US" dirty="0" err="1"/>
              <a:t>hadden</a:t>
            </a:r>
            <a:r>
              <a:rPr lang="en-US" dirty="0"/>
              <a:t> </a:t>
            </a:r>
            <a:r>
              <a:rPr lang="en-US" dirty="0" err="1"/>
              <a:t>modellen</a:t>
            </a:r>
            <a:r>
              <a:rPr lang="en-US" dirty="0"/>
              <a:t> met 88% accuracy. </a:t>
            </a:r>
            <a:r>
              <a:rPr lang="en-US" dirty="0" err="1"/>
              <a:t>Fantastisch</a:t>
            </a:r>
            <a:r>
              <a:rPr lang="en-US" dirty="0"/>
              <a:t>, </a:t>
            </a:r>
            <a:r>
              <a:rPr lang="en-US" dirty="0" err="1"/>
              <a:t>toch</a:t>
            </a:r>
            <a:r>
              <a:rPr lang="en-US" dirty="0"/>
              <a:t>? Mis! </a:t>
            </a:r>
            <a:r>
              <a:rPr lang="en-US" dirty="0" err="1"/>
              <a:t>Omdat</a:t>
            </a:r>
            <a:r>
              <a:rPr lang="en-US" dirty="0"/>
              <a:t> 88% van de </a:t>
            </a:r>
            <a:r>
              <a:rPr lang="en-US" dirty="0" err="1"/>
              <a:t>fietsers</a:t>
            </a:r>
            <a:r>
              <a:rPr lang="en-US" dirty="0"/>
              <a:t> Member is, </a:t>
            </a:r>
            <a:r>
              <a:rPr lang="en-US" dirty="0" err="1"/>
              <a:t>haalt</a:t>
            </a:r>
            <a:r>
              <a:rPr lang="en-US" dirty="0"/>
              <a:t> </a:t>
            </a:r>
            <a:r>
              <a:rPr lang="en-US" dirty="0" err="1"/>
              <a:t>een</a:t>
            </a:r>
            <a:r>
              <a:rPr lang="en-US" dirty="0"/>
              <a:t> </a:t>
            </a:r>
            <a:r>
              <a:rPr lang="en-US" dirty="0" err="1"/>
              <a:t>dom</a:t>
            </a:r>
            <a:r>
              <a:rPr lang="en-US" dirty="0"/>
              <a:t> </a:t>
            </a:r>
            <a:r>
              <a:rPr lang="en-US" dirty="0" err="1"/>
              <a:t>algoritme</a:t>
            </a:r>
            <a:r>
              <a:rPr lang="en-US" dirty="0"/>
              <a:t> </a:t>
            </a:r>
            <a:r>
              <a:rPr lang="en-US" dirty="0" err="1"/>
              <a:t>dat</a:t>
            </a:r>
            <a:r>
              <a:rPr lang="en-US" dirty="0"/>
              <a:t> </a:t>
            </a:r>
            <a:r>
              <a:rPr lang="en-US" dirty="0" err="1"/>
              <a:t>álles</a:t>
            </a:r>
            <a:r>
              <a:rPr lang="en-US" dirty="0"/>
              <a:t> </a:t>
            </a:r>
            <a:r>
              <a:rPr lang="en-US" dirty="0" err="1"/>
              <a:t>als</a:t>
            </a:r>
            <a:r>
              <a:rPr lang="en-US" dirty="0"/>
              <a:t> Member </a:t>
            </a:r>
            <a:r>
              <a:rPr lang="en-US" dirty="0" err="1"/>
              <a:t>classificeert</a:t>
            </a:r>
            <a:r>
              <a:rPr lang="en-US" dirty="0"/>
              <a:t> </a:t>
            </a:r>
            <a:r>
              <a:rPr lang="en-US" dirty="0" err="1"/>
              <a:t>diezelfde</a:t>
            </a:r>
            <a:r>
              <a:rPr lang="en-US" dirty="0"/>
              <a:t> score. Accuracy </a:t>
            </a:r>
            <a:r>
              <a:rPr lang="en-US" dirty="0" err="1"/>
              <a:t>liegt</a:t>
            </a:r>
            <a:r>
              <a:rPr lang="en-US" dirty="0"/>
              <a:t> </a:t>
            </a:r>
            <a:r>
              <a:rPr lang="en-US" dirty="0" err="1"/>
              <a:t>hier</a:t>
            </a:r>
            <a:r>
              <a:rPr lang="en-US" dirty="0"/>
              <a:t>. </a:t>
            </a:r>
            <a:r>
              <a:rPr lang="en-US" dirty="0" err="1"/>
              <a:t>Daarom</a:t>
            </a:r>
            <a:r>
              <a:rPr lang="en-US" dirty="0"/>
              <a:t> </a:t>
            </a:r>
            <a:r>
              <a:rPr lang="en-US" dirty="0" err="1"/>
              <a:t>heb</a:t>
            </a:r>
            <a:r>
              <a:rPr lang="en-US" dirty="0"/>
              <a:t> </a:t>
            </a:r>
            <a:r>
              <a:rPr lang="en-US" dirty="0" err="1"/>
              <a:t>ik</a:t>
            </a:r>
            <a:r>
              <a:rPr lang="en-US" dirty="0"/>
              <a:t> </a:t>
            </a:r>
            <a:r>
              <a:rPr lang="en-US" dirty="0" err="1"/>
              <a:t>uitsluitend</a:t>
            </a:r>
            <a:r>
              <a:rPr lang="en-US" dirty="0"/>
              <a:t> </a:t>
            </a:r>
            <a:r>
              <a:rPr lang="en-US" dirty="0" err="1"/>
              <a:t>gekeken</a:t>
            </a:r>
            <a:r>
              <a:rPr lang="en-US" dirty="0"/>
              <a:t> </a:t>
            </a:r>
            <a:r>
              <a:rPr lang="en-US" dirty="0" err="1"/>
              <a:t>naar</a:t>
            </a:r>
            <a:r>
              <a:rPr lang="en-US" dirty="0"/>
              <a:t> de ROC-curve </a:t>
            </a:r>
            <a:r>
              <a:rPr lang="en-US" dirty="0" err="1"/>
              <a:t>en</a:t>
            </a:r>
            <a:r>
              <a:rPr lang="en-US" dirty="0"/>
              <a:t> de AUC, om </a:t>
            </a:r>
            <a:r>
              <a:rPr lang="en-US" dirty="0" err="1"/>
              <a:t>te</a:t>
            </a:r>
            <a:r>
              <a:rPr lang="en-US" dirty="0"/>
              <a:t> </a:t>
            </a:r>
            <a:r>
              <a:rPr lang="en-US" dirty="0" err="1"/>
              <a:t>bewijzen</a:t>
            </a:r>
            <a:r>
              <a:rPr lang="en-US" dirty="0"/>
              <a:t> </a:t>
            </a:r>
            <a:r>
              <a:rPr lang="en-US" dirty="0" err="1"/>
              <a:t>dat</a:t>
            </a:r>
            <a:r>
              <a:rPr lang="en-US" dirty="0"/>
              <a:t> het </a:t>
            </a:r>
            <a:r>
              <a:rPr lang="en-US" dirty="0" err="1"/>
              <a:t>algoritme</a:t>
            </a:r>
            <a:r>
              <a:rPr lang="en-US" dirty="0"/>
              <a:t> </a:t>
            </a:r>
            <a:r>
              <a:rPr lang="en-US" dirty="0" err="1"/>
              <a:t>écht</a:t>
            </a:r>
            <a:r>
              <a:rPr lang="en-US" dirty="0"/>
              <a:t> </a:t>
            </a:r>
            <a:r>
              <a:rPr lang="en-US" dirty="0" err="1"/>
              <a:t>patronen</a:t>
            </a:r>
            <a:r>
              <a:rPr lang="en-US" dirty="0"/>
              <a:t> </a:t>
            </a:r>
            <a:r>
              <a:rPr lang="en-US" dirty="0" err="1"/>
              <a:t>heeft</a:t>
            </a:r>
            <a:r>
              <a:rPr lang="en-US" dirty="0"/>
              <a:t> </a:t>
            </a:r>
            <a:r>
              <a:rPr lang="en-US" dirty="0" err="1"/>
              <a:t>geleerd</a:t>
            </a:r>
            <a:r>
              <a:rPr lang="en-US" dirty="0"/>
              <a:t>. En we </a:t>
            </a:r>
            <a:r>
              <a:rPr lang="en-US" dirty="0" err="1"/>
              <a:t>hebben</a:t>
            </a:r>
            <a:r>
              <a:rPr lang="en-US" dirty="0"/>
              <a:t> </a:t>
            </a:r>
            <a:r>
              <a:rPr lang="en-US" dirty="0" err="1"/>
              <a:t>bewust</a:t>
            </a:r>
            <a:r>
              <a:rPr lang="en-US" dirty="0"/>
              <a:t> </a:t>
            </a:r>
            <a:r>
              <a:rPr lang="en-US" dirty="0" err="1"/>
              <a:t>géén</a:t>
            </a:r>
            <a:r>
              <a:rPr lang="en-US" dirty="0"/>
              <a:t> R-Squared </a:t>
            </a:r>
            <a:r>
              <a:rPr lang="en-US" dirty="0" err="1"/>
              <a:t>gebruikt</a:t>
            </a:r>
            <a:r>
              <a:rPr lang="en-US" dirty="0"/>
              <a:t>, want </a:t>
            </a:r>
            <a:r>
              <a:rPr lang="en-US" dirty="0" err="1"/>
              <a:t>dat</a:t>
            </a:r>
            <a:r>
              <a:rPr lang="en-US" dirty="0"/>
              <a:t> is </a:t>
            </a:r>
            <a:r>
              <a:rPr lang="en-US" dirty="0" err="1"/>
              <a:t>uitsluitend</a:t>
            </a:r>
            <a:r>
              <a:rPr lang="en-US" dirty="0"/>
              <a:t> </a:t>
            </a:r>
            <a:r>
              <a:rPr lang="en-US" dirty="0" err="1"/>
              <a:t>voor</a:t>
            </a:r>
            <a:r>
              <a:rPr lang="en-US" dirty="0"/>
              <a:t> de </a:t>
            </a:r>
            <a:r>
              <a:rPr lang="en-US" dirty="0" err="1"/>
              <a:t>Regressie-modellen</a:t>
            </a:r>
            <a:r>
              <a:rPr lang="en-US" dirty="0"/>
              <a:t> van Brent, </a:t>
            </a:r>
            <a:r>
              <a:rPr lang="en-US" dirty="0" err="1"/>
              <a:t>niet</a:t>
            </a:r>
            <a:r>
              <a:rPr lang="en-US" dirty="0"/>
              <a:t> </a:t>
            </a:r>
            <a:r>
              <a:rPr lang="en-US" dirty="0" err="1"/>
              <a:t>voor</a:t>
            </a:r>
            <a:r>
              <a:rPr lang="en-US" dirty="0"/>
              <a:t> </a:t>
            </a:r>
            <a:r>
              <a:rPr lang="en-US" dirty="0" err="1"/>
              <a:t>onze</a:t>
            </a:r>
            <a:r>
              <a:rPr lang="en-US" dirty="0"/>
              <a:t> </a:t>
            </a:r>
            <a:r>
              <a:rPr lang="en-US" dirty="0" err="1"/>
              <a:t>Classificatie</a:t>
            </a:r>
            <a:r>
              <a:rPr lang="en-US" dirty="0"/>
              <a:t>.</a:t>
            </a:r>
            <a:endParaRPr lang="nl-NL" dirty="0"/>
          </a:p>
        </p:txBody>
      </p:sp>
      <p:sp>
        <p:nvSpPr>
          <p:cNvPr id="4" name="Tijdelijke aanduiding voor dianummer 3"/>
          <p:cNvSpPr>
            <a:spLocks noGrp="1"/>
          </p:cNvSpPr>
          <p:nvPr>
            <p:ph type="sldNum" sz="quarter" idx="5"/>
          </p:nvPr>
        </p:nvSpPr>
        <p:spPr/>
        <p:txBody>
          <a:bodyPr/>
          <a:lstStyle/>
          <a:p>
            <a:fld id="{EE7AD678-E066-4115-B5B1-E8CCB757BFFC}" type="slidenum">
              <a:rPr lang="nl-NL"/>
              <a:t>21</a:t>
            </a:fld>
            <a:endParaRPr lang="nl-NL"/>
          </a:p>
        </p:txBody>
      </p:sp>
    </p:spTree>
    <p:extLst>
      <p:ext uri="{BB962C8B-B14F-4D97-AF65-F5344CB8AC3E}">
        <p14:creationId xmlns:p14="http://schemas.microsoft.com/office/powerpoint/2010/main" val="86834158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dirty="0"/>
              <a:t>(Dmitrij) Tot slot, de </a:t>
            </a:r>
            <a:r>
              <a:rPr lang="en-US" dirty="0" err="1"/>
              <a:t>hobbels</a:t>
            </a:r>
            <a:r>
              <a:rPr lang="en-US" dirty="0"/>
              <a:t> in de </a:t>
            </a:r>
            <a:r>
              <a:rPr lang="en-US" dirty="0" err="1"/>
              <a:t>weg</a:t>
            </a:r>
            <a:r>
              <a:rPr lang="en-US" dirty="0"/>
              <a:t>. De </a:t>
            </a:r>
            <a:r>
              <a:rPr lang="en-US" dirty="0" err="1"/>
              <a:t>nieuwste</a:t>
            </a:r>
            <a:r>
              <a:rPr lang="en-US" dirty="0"/>
              <a:t> Python 3.13 </a:t>
            </a:r>
            <a:r>
              <a:rPr lang="en-US" dirty="0" err="1"/>
              <a:t>omgeving</a:t>
            </a:r>
            <a:r>
              <a:rPr lang="en-US" dirty="0"/>
              <a:t> </a:t>
            </a:r>
            <a:r>
              <a:rPr lang="en-US" dirty="0" err="1"/>
              <a:t>liet</a:t>
            </a:r>
            <a:r>
              <a:rPr lang="en-US" dirty="0"/>
              <a:t> </a:t>
            </a:r>
            <a:r>
              <a:rPr lang="en-US" dirty="0" err="1"/>
              <a:t>oude</a:t>
            </a:r>
            <a:r>
              <a:rPr lang="en-US" dirty="0"/>
              <a:t> libraries </a:t>
            </a:r>
            <a:r>
              <a:rPr lang="en-US" dirty="0" err="1"/>
              <a:t>zoals</a:t>
            </a:r>
            <a:r>
              <a:rPr lang="en-US" dirty="0"/>
              <a:t> </a:t>
            </a:r>
            <a:r>
              <a:rPr lang="en-US" dirty="0" err="1"/>
              <a:t>PyCaret</a:t>
            </a:r>
            <a:r>
              <a:rPr lang="en-US" dirty="0"/>
              <a:t> </a:t>
            </a:r>
            <a:r>
              <a:rPr lang="en-US" dirty="0" err="1"/>
              <a:t>crashen</a:t>
            </a:r>
            <a:r>
              <a:rPr lang="en-US" dirty="0"/>
              <a:t>, </a:t>
            </a:r>
            <a:r>
              <a:rPr lang="en-US" dirty="0" err="1"/>
              <a:t>waardoor</a:t>
            </a:r>
            <a:r>
              <a:rPr lang="en-US" dirty="0"/>
              <a:t> we </a:t>
            </a:r>
            <a:r>
              <a:rPr lang="en-US" dirty="0" err="1"/>
              <a:t>professioneel</a:t>
            </a:r>
            <a:r>
              <a:rPr lang="en-US" dirty="0"/>
              <a:t> </a:t>
            </a:r>
            <a:r>
              <a:rPr lang="en-US" dirty="0" err="1"/>
              <a:t>moesten</a:t>
            </a:r>
            <a:r>
              <a:rPr lang="en-US" dirty="0"/>
              <a:t> </a:t>
            </a:r>
            <a:r>
              <a:rPr lang="en-US" dirty="0" err="1"/>
              <a:t>uitwijken</a:t>
            </a:r>
            <a:r>
              <a:rPr lang="en-US" dirty="0"/>
              <a:t> </a:t>
            </a:r>
            <a:r>
              <a:rPr lang="en-US" dirty="0" err="1"/>
              <a:t>naar</a:t>
            </a:r>
            <a:r>
              <a:rPr lang="en-US" dirty="0"/>
              <a:t> FLAML. De </a:t>
            </a:r>
            <a:r>
              <a:rPr lang="en-US" dirty="0" err="1"/>
              <a:t>gigantische</a:t>
            </a:r>
            <a:r>
              <a:rPr lang="en-US" dirty="0"/>
              <a:t> </a:t>
            </a:r>
            <a:r>
              <a:rPr lang="en-US" dirty="0" err="1"/>
              <a:t>bestanden</a:t>
            </a:r>
            <a:r>
              <a:rPr lang="en-US" dirty="0"/>
              <a:t> </a:t>
            </a:r>
            <a:r>
              <a:rPr lang="en-US" dirty="0" err="1"/>
              <a:t>hebben</a:t>
            </a:r>
            <a:r>
              <a:rPr lang="en-US" dirty="0"/>
              <a:t> we </a:t>
            </a:r>
            <a:r>
              <a:rPr lang="en-US" dirty="0" err="1"/>
              <a:t>omzeild</a:t>
            </a:r>
            <a:r>
              <a:rPr lang="en-US" dirty="0"/>
              <a:t> door data pipelines </a:t>
            </a:r>
            <a:r>
              <a:rPr lang="en-US" dirty="0" err="1"/>
              <a:t>te</a:t>
            </a:r>
            <a:r>
              <a:rPr lang="en-US" dirty="0"/>
              <a:t> </a:t>
            </a:r>
            <a:r>
              <a:rPr lang="en-US" dirty="0" err="1"/>
              <a:t>schrijven</a:t>
            </a:r>
            <a:r>
              <a:rPr lang="en-US" dirty="0"/>
              <a:t>. (Kobe </a:t>
            </a:r>
            <a:r>
              <a:rPr lang="en-US" dirty="0" err="1"/>
              <a:t>neemt</a:t>
            </a:r>
            <a:r>
              <a:rPr lang="en-US" dirty="0"/>
              <a:t> over:) We </a:t>
            </a:r>
            <a:r>
              <a:rPr lang="en-US" dirty="0" err="1"/>
              <a:t>hebben</a:t>
            </a:r>
            <a:r>
              <a:rPr lang="en-US" dirty="0"/>
              <a:t> </a:t>
            </a:r>
            <a:r>
              <a:rPr lang="en-US" dirty="0" err="1"/>
              <a:t>dit</a:t>
            </a:r>
            <a:r>
              <a:rPr lang="en-US" dirty="0"/>
              <a:t> </a:t>
            </a:r>
            <a:r>
              <a:rPr lang="en-US" dirty="0" err="1"/>
              <a:t>allemaal</a:t>
            </a:r>
            <a:r>
              <a:rPr lang="en-US" dirty="0"/>
              <a:t> </a:t>
            </a:r>
            <a:r>
              <a:rPr lang="en-US" dirty="0" err="1"/>
              <a:t>verpakt</a:t>
            </a:r>
            <a:r>
              <a:rPr lang="en-US" dirty="0"/>
              <a:t> in </a:t>
            </a:r>
            <a:r>
              <a:rPr lang="en-US" dirty="0" err="1"/>
              <a:t>een</a:t>
            </a:r>
            <a:r>
              <a:rPr lang="en-US" dirty="0"/>
              <a:t> </a:t>
            </a:r>
            <a:r>
              <a:rPr lang="en-US" dirty="0" err="1"/>
              <a:t>automatische</a:t>
            </a:r>
            <a:r>
              <a:rPr lang="en-US" dirty="0"/>
              <a:t> GitHub Actions Pipeline </a:t>
            </a:r>
            <a:r>
              <a:rPr lang="en-US" dirty="0" err="1"/>
              <a:t>en</a:t>
            </a:r>
            <a:r>
              <a:rPr lang="en-US" dirty="0"/>
              <a:t> </a:t>
            </a:r>
            <a:r>
              <a:rPr lang="en-US" dirty="0" err="1"/>
              <a:t>een</a:t>
            </a:r>
            <a:r>
              <a:rPr lang="en-US" dirty="0"/>
              <a:t> custom </a:t>
            </a:r>
            <a:r>
              <a:rPr lang="en-US" dirty="0" err="1"/>
              <a:t>FastAPI</a:t>
            </a:r>
            <a:r>
              <a:rPr lang="en-US" dirty="0"/>
              <a:t> backend. </a:t>
            </a:r>
            <a:r>
              <a:rPr lang="en-US" dirty="0" err="1"/>
              <a:t>Daarmee</a:t>
            </a:r>
            <a:r>
              <a:rPr lang="en-US" dirty="0"/>
              <a:t> </a:t>
            </a:r>
            <a:r>
              <a:rPr lang="en-US" dirty="0" err="1"/>
              <a:t>wil</a:t>
            </a:r>
            <a:r>
              <a:rPr lang="en-US" dirty="0"/>
              <a:t> </a:t>
            </a:r>
            <a:r>
              <a:rPr lang="en-US" dirty="0" err="1"/>
              <a:t>ik</a:t>
            </a:r>
            <a:r>
              <a:rPr lang="en-US" dirty="0"/>
              <a:t> </a:t>
            </a:r>
            <a:r>
              <a:rPr lang="en-US" dirty="0" err="1"/>
              <a:t>graag</a:t>
            </a:r>
            <a:r>
              <a:rPr lang="en-US" dirty="0"/>
              <a:t> de </a:t>
            </a:r>
            <a:r>
              <a:rPr lang="en-US" dirty="0" err="1"/>
              <a:t>presentatie</a:t>
            </a:r>
            <a:r>
              <a:rPr lang="en-US" dirty="0"/>
              <a:t> </a:t>
            </a:r>
            <a:r>
              <a:rPr lang="en-US" dirty="0" err="1"/>
              <a:t>afsluiten</a:t>
            </a:r>
            <a:r>
              <a:rPr lang="en-US" dirty="0"/>
              <a:t> </a:t>
            </a:r>
            <a:r>
              <a:rPr lang="en-US" dirty="0" err="1"/>
              <a:t>en</a:t>
            </a:r>
            <a:r>
              <a:rPr lang="en-US" dirty="0"/>
              <a:t> </a:t>
            </a:r>
            <a:r>
              <a:rPr lang="en-US" dirty="0" err="1"/>
              <a:t>overschakelen</a:t>
            </a:r>
            <a:r>
              <a:rPr lang="en-US" dirty="0"/>
              <a:t> </a:t>
            </a:r>
            <a:r>
              <a:rPr lang="en-US" dirty="0" err="1"/>
              <a:t>naar</a:t>
            </a:r>
            <a:r>
              <a:rPr lang="en-US" dirty="0"/>
              <a:t> de live Cloud Demo!</a:t>
            </a:r>
            <a:endParaRPr lang="nl-NL" dirty="0"/>
          </a:p>
        </p:txBody>
      </p:sp>
      <p:sp>
        <p:nvSpPr>
          <p:cNvPr id="4" name="Tijdelijke aanduiding voor dianummer 3"/>
          <p:cNvSpPr>
            <a:spLocks noGrp="1"/>
          </p:cNvSpPr>
          <p:nvPr>
            <p:ph type="sldNum" sz="quarter" idx="5"/>
          </p:nvPr>
        </p:nvSpPr>
        <p:spPr/>
        <p:txBody>
          <a:bodyPr/>
          <a:lstStyle/>
          <a:p>
            <a:fld id="{EE7AD678-E066-4115-B5B1-E8CCB757BFFC}" type="slidenum">
              <a:rPr lang="nl-NL"/>
              <a:t>22</a:t>
            </a:fld>
            <a:endParaRPr lang="nl-NL"/>
          </a:p>
        </p:txBody>
      </p:sp>
    </p:spTree>
    <p:extLst>
      <p:ext uri="{BB962C8B-B14F-4D97-AF65-F5344CB8AC3E}">
        <p14:creationId xmlns:p14="http://schemas.microsoft.com/office/powerpoint/2010/main" val="59976384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3454401" y="985721"/>
            <a:ext cx="8151383" cy="2036067"/>
          </a:xfrm>
          <a:noFill/>
          <a:effectLst>
            <a:outerShdw blurRad="50800" dist="38100" dir="2700000" algn="tl" rotWithShape="0">
              <a:prstClr val="black">
                <a:alpha val="40000"/>
              </a:prstClr>
            </a:outerShdw>
          </a:effectLst>
        </p:spPr>
        <p:txBody>
          <a:bodyPr>
            <a:normAutofit/>
          </a:bodyPr>
          <a:lstStyle>
            <a:lvl1pPr algn="r">
              <a:defRPr sz="4800">
                <a:solidFill>
                  <a:srgbClr val="D67F58"/>
                </a:solidFill>
              </a:defRPr>
            </a:lvl1pPr>
          </a:lstStyle>
          <a:p>
            <a:r>
              <a:rPr lang="en-US" dirty="0"/>
              <a:t>Click to edit </a:t>
            </a:r>
            <a:br>
              <a:rPr lang="en-US" dirty="0"/>
            </a:br>
            <a:r>
              <a:rPr lang="en-US" dirty="0"/>
              <a:t>Master title style</a:t>
            </a:r>
          </a:p>
        </p:txBody>
      </p:sp>
      <p:sp>
        <p:nvSpPr>
          <p:cNvPr id="3" name="Subtitle 2"/>
          <p:cNvSpPr>
            <a:spLocks noGrp="1"/>
          </p:cNvSpPr>
          <p:nvPr>
            <p:ph type="subTitle" idx="1"/>
          </p:nvPr>
        </p:nvSpPr>
        <p:spPr>
          <a:xfrm>
            <a:off x="3438133" y="4447033"/>
            <a:ext cx="8144267" cy="1425247"/>
          </a:xfrm>
        </p:spPr>
        <p:txBody>
          <a:bodyPr>
            <a:normAutofit/>
          </a:bodyPr>
          <a:lstStyle>
            <a:lvl1pPr marL="0" indent="0" algn="r">
              <a:buNone/>
              <a:defRPr sz="3733" b="0" i="0">
                <a:solidFill>
                  <a:schemeClr val="bg1"/>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10/9/2026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‹nr.›</a:t>
            </a:fld>
            <a:endParaRPr lang="en-US"/>
          </a:p>
        </p:txBody>
      </p:sp>
    </p:spTree>
    <p:extLst>
      <p:ext uri="{BB962C8B-B14F-4D97-AF65-F5344CB8AC3E}">
        <p14:creationId xmlns:p14="http://schemas.microsoft.com/office/powerpoint/2010/main" val="37516511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87640" y="374900"/>
            <a:ext cx="10994760" cy="1199787"/>
          </a:xfrm>
        </p:spPr>
        <p:txBody>
          <a:bodyPr>
            <a:normAutofit/>
          </a:bodyPr>
          <a:lstStyle>
            <a:lvl1pPr algn="r">
              <a:defRPr sz="4800" baseline="0">
                <a:solidFill>
                  <a:schemeClr val="bg1"/>
                </a:solidFill>
                <a:effectLst>
                  <a:outerShdw blurRad="50800" dist="38100" dir="2700000" algn="tl" rotWithShape="0">
                    <a:prstClr val="black">
                      <a:alpha val="40000"/>
                    </a:prstClr>
                  </a:outerShdw>
                </a:effectLst>
              </a:defRPr>
            </a:lvl1pPr>
          </a:lstStyle>
          <a:p>
            <a:r>
              <a:rPr lang="en-US"/>
              <a:t>Click to edit Master title style</a:t>
            </a:r>
            <a:endParaRPr lang="en-US" dirty="0"/>
          </a:p>
        </p:txBody>
      </p:sp>
      <p:sp>
        <p:nvSpPr>
          <p:cNvPr id="3" name="Content Placeholder 2"/>
          <p:cNvSpPr>
            <a:spLocks noGrp="1"/>
          </p:cNvSpPr>
          <p:nvPr>
            <p:ph idx="1"/>
          </p:nvPr>
        </p:nvSpPr>
        <p:spPr>
          <a:xfrm>
            <a:off x="587640" y="2207360"/>
            <a:ext cx="10994760" cy="4121557"/>
          </a:xfrm>
        </p:spPr>
        <p:txBody>
          <a:bodyPr/>
          <a:lstStyle>
            <a:lvl1pPr algn="l">
              <a:defRPr sz="3733">
                <a:solidFill>
                  <a:schemeClr val="tx1"/>
                </a:solidFill>
              </a:defRPr>
            </a:lvl1pPr>
            <a:lvl2pPr algn="l">
              <a:defRPr>
                <a:solidFill>
                  <a:schemeClr val="tx1"/>
                </a:solidFill>
              </a:defRPr>
            </a:lvl2pPr>
            <a:lvl3pPr algn="l">
              <a:defRPr>
                <a:solidFill>
                  <a:schemeClr val="tx1"/>
                </a:solidFill>
              </a:defRPr>
            </a:lvl3pPr>
            <a:lvl4pPr algn="l">
              <a:defRPr>
                <a:solidFill>
                  <a:schemeClr val="tx1"/>
                </a:solidFill>
              </a:defRPr>
            </a:lvl4pPr>
            <a:lvl5pPr algn="l">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10/9/2026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‹nr.›</a:t>
            </a:fld>
            <a:endParaRPr lang="en-US"/>
          </a:p>
        </p:txBody>
      </p:sp>
    </p:spTree>
    <p:extLst>
      <p:ext uri="{BB962C8B-B14F-4D97-AF65-F5344CB8AC3E}">
        <p14:creationId xmlns:p14="http://schemas.microsoft.com/office/powerpoint/2010/main" val="26587783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041902" y="614433"/>
            <a:ext cx="8561388" cy="1018033"/>
          </a:xfrm>
        </p:spPr>
        <p:txBody>
          <a:bodyPr>
            <a:normAutofit/>
          </a:bodyPr>
          <a:lstStyle>
            <a:lvl1pPr algn="l">
              <a:defRPr sz="4800">
                <a:solidFill>
                  <a:srgbClr val="D67F58"/>
                </a:solidFill>
                <a:effectLst>
                  <a:outerShdw blurRad="50800" dist="38100" dir="2700000" algn="tl" rotWithShape="0">
                    <a:prstClr val="black">
                      <a:alpha val="40000"/>
                    </a:prstClr>
                  </a:outerShdw>
                </a:effectLst>
              </a:defRPr>
            </a:lvl1pPr>
          </a:lstStyle>
          <a:p>
            <a:r>
              <a:rPr lang="en-US"/>
              <a:t>Click to edit Master title style</a:t>
            </a:r>
            <a:endParaRPr lang="en-US" dirty="0"/>
          </a:p>
        </p:txBody>
      </p:sp>
      <p:sp>
        <p:nvSpPr>
          <p:cNvPr id="3" name="Content Placeholder 2"/>
          <p:cNvSpPr>
            <a:spLocks noGrp="1"/>
          </p:cNvSpPr>
          <p:nvPr>
            <p:ph idx="1"/>
          </p:nvPr>
        </p:nvSpPr>
        <p:spPr>
          <a:xfrm>
            <a:off x="3041901" y="1765000"/>
            <a:ext cx="8561388" cy="4458817"/>
          </a:xfrm>
        </p:spPr>
        <p:txBody>
          <a:bodyPr/>
          <a:lstStyle>
            <a:lvl1pPr>
              <a:defRPr sz="3733">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10/9/2026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‹nr.›</a:t>
            </a:fld>
            <a:endParaRPr lang="en-US"/>
          </a:p>
        </p:txBody>
      </p:sp>
    </p:spTree>
    <p:extLst>
      <p:ext uri="{BB962C8B-B14F-4D97-AF65-F5344CB8AC3E}">
        <p14:creationId xmlns:p14="http://schemas.microsoft.com/office/powerpoint/2010/main" val="1184959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5333"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667">
                <a:solidFill>
                  <a:schemeClr val="tx1">
                    <a:tint val="75000"/>
                  </a:schemeClr>
                </a:solidFill>
              </a:defRPr>
            </a:lvl1pPr>
            <a:lvl2pPr marL="609585" indent="0">
              <a:buNone/>
              <a:defRPr sz="2400">
                <a:solidFill>
                  <a:schemeClr val="tx1">
                    <a:tint val="75000"/>
                  </a:schemeClr>
                </a:solidFill>
              </a:defRPr>
            </a:lvl2pPr>
            <a:lvl3pPr marL="1219170" indent="0">
              <a:buNone/>
              <a:defRPr sz="2133">
                <a:solidFill>
                  <a:schemeClr val="tx1">
                    <a:tint val="75000"/>
                  </a:schemeClr>
                </a:solidFill>
              </a:defRPr>
            </a:lvl3pPr>
            <a:lvl4pPr marL="1828754" indent="0">
              <a:buNone/>
              <a:defRPr sz="1867">
                <a:solidFill>
                  <a:schemeClr val="tx1">
                    <a:tint val="75000"/>
                  </a:schemeClr>
                </a:solidFill>
              </a:defRPr>
            </a:lvl4pPr>
            <a:lvl5pPr marL="2438339" indent="0">
              <a:buNone/>
              <a:defRPr sz="1867">
                <a:solidFill>
                  <a:schemeClr val="tx1">
                    <a:tint val="75000"/>
                  </a:schemeClr>
                </a:solidFill>
              </a:defRPr>
            </a:lvl5pPr>
            <a:lvl6pPr marL="3047924" indent="0">
              <a:buNone/>
              <a:defRPr sz="1867">
                <a:solidFill>
                  <a:schemeClr val="tx1">
                    <a:tint val="75000"/>
                  </a:schemeClr>
                </a:solidFill>
              </a:defRPr>
            </a:lvl6pPr>
            <a:lvl7pPr marL="3657509" indent="0">
              <a:buNone/>
              <a:defRPr sz="1867">
                <a:solidFill>
                  <a:schemeClr val="tx1">
                    <a:tint val="75000"/>
                  </a:schemeClr>
                </a:solidFill>
              </a:defRPr>
            </a:lvl7pPr>
            <a:lvl8pPr marL="4267093" indent="0">
              <a:buNone/>
              <a:defRPr sz="1867">
                <a:solidFill>
                  <a:schemeClr val="tx1">
                    <a:tint val="75000"/>
                  </a:schemeClr>
                </a:solidFill>
              </a:defRPr>
            </a:lvl8pPr>
            <a:lvl9pPr marL="4876678" indent="0">
              <a:buNone/>
              <a:defRPr sz="1867">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US" smtClean="0"/>
              <a:t>10/9/2026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‹nr.›</a:t>
            </a:fld>
            <a:endParaRPr lang="en-US"/>
          </a:p>
        </p:txBody>
      </p:sp>
    </p:spTree>
    <p:extLst>
      <p:ext uri="{BB962C8B-B14F-4D97-AF65-F5344CB8AC3E}">
        <p14:creationId xmlns:p14="http://schemas.microsoft.com/office/powerpoint/2010/main" val="12916442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3733"/>
            </a:lvl1pPr>
            <a:lvl2pPr>
              <a:defRPr sz="3200"/>
            </a:lvl2pPr>
            <a:lvl3pPr>
              <a:defRPr sz="2667"/>
            </a:lvl3pPr>
            <a:lvl4pPr>
              <a:defRPr sz="2400"/>
            </a:lvl4pPr>
            <a:lvl5pPr>
              <a:defRPr sz="2400"/>
            </a:lvl5pPr>
            <a:lvl6pPr>
              <a:defRPr sz="2400"/>
            </a:lvl6pPr>
            <a:lvl7pPr>
              <a:defRPr sz="2400"/>
            </a:lvl7pPr>
            <a:lvl8pPr>
              <a:defRPr sz="2400"/>
            </a:lvl8pPr>
            <a:lvl9pPr>
              <a:defRPr sz="2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3733"/>
            </a:lvl1pPr>
            <a:lvl2pPr>
              <a:defRPr sz="3200"/>
            </a:lvl2pPr>
            <a:lvl3pPr>
              <a:defRPr sz="2667"/>
            </a:lvl3pPr>
            <a:lvl4pPr>
              <a:defRPr sz="2400"/>
            </a:lvl4pPr>
            <a:lvl5pPr>
              <a:defRPr sz="2400"/>
            </a:lvl5pPr>
            <a:lvl6pPr>
              <a:defRPr sz="2400"/>
            </a:lvl6pPr>
            <a:lvl7pPr>
              <a:defRPr sz="2400"/>
            </a:lvl7pPr>
            <a:lvl8pPr>
              <a:defRPr sz="2400"/>
            </a:lvl8pPr>
            <a:lvl9pPr>
              <a:defRPr sz="2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46CE7D5-CF57-46EF-B807-FDD0502418D4}" type="datetimeFigureOut">
              <a:rPr lang="en-US" smtClean="0"/>
              <a:t>10/9/2026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‹nr.›</a:t>
            </a:fld>
            <a:endParaRPr lang="en-US"/>
          </a:p>
        </p:txBody>
      </p:sp>
    </p:spTree>
    <p:extLst>
      <p:ext uri="{BB962C8B-B14F-4D97-AF65-F5344CB8AC3E}">
        <p14:creationId xmlns:p14="http://schemas.microsoft.com/office/powerpoint/2010/main" val="39932268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15839" y="457930"/>
            <a:ext cx="10769195" cy="1203813"/>
          </a:xfrm>
        </p:spPr>
        <p:txBody>
          <a:bodyPr>
            <a:normAutofit/>
          </a:bodyPr>
          <a:lstStyle>
            <a:lvl1pPr algn="r">
              <a:defRPr sz="4800" baseline="0">
                <a:solidFill>
                  <a:schemeClr val="bg1"/>
                </a:solidFill>
                <a:effectLst>
                  <a:outerShdw blurRad="50800" dist="38100" dir="2700000" algn="tl" rotWithShape="0">
                    <a:prstClr val="black">
                      <a:alpha val="40000"/>
                    </a:prstClr>
                  </a:outerShdw>
                </a:effectLst>
              </a:defRPr>
            </a:lvl1pPr>
          </a:lstStyle>
          <a:p>
            <a:r>
              <a:rPr lang="en-US"/>
              <a:t>Click to edit Master title style</a:t>
            </a:r>
            <a:endParaRPr lang="en-US" dirty="0"/>
          </a:p>
        </p:txBody>
      </p:sp>
      <p:sp>
        <p:nvSpPr>
          <p:cNvPr id="3" name="Text Placeholder 2"/>
          <p:cNvSpPr>
            <a:spLocks noGrp="1"/>
          </p:cNvSpPr>
          <p:nvPr>
            <p:ph type="body" idx="1"/>
          </p:nvPr>
        </p:nvSpPr>
        <p:spPr>
          <a:xfrm>
            <a:off x="715839" y="2410965"/>
            <a:ext cx="5386917" cy="639763"/>
          </a:xfrm>
        </p:spPr>
        <p:txBody>
          <a:bodyPr anchor="b"/>
          <a:lstStyle>
            <a:lvl1pPr marL="0" indent="0" algn="ctr">
              <a:buNone/>
              <a:defRPr sz="3200" b="1">
                <a:solidFill>
                  <a:schemeClr val="tx1"/>
                </a:solidFill>
              </a:defRPr>
            </a:lvl1pPr>
            <a:lvl2pPr marL="609585" indent="0">
              <a:buNone/>
              <a:defRPr sz="2667" b="1"/>
            </a:lvl2pPr>
            <a:lvl3pPr marL="1219170" indent="0">
              <a:buNone/>
              <a:defRPr sz="2400" b="1"/>
            </a:lvl3pPr>
            <a:lvl4pPr marL="1828754" indent="0">
              <a:buNone/>
              <a:defRPr sz="2133" b="1"/>
            </a:lvl4pPr>
            <a:lvl5pPr marL="2438339" indent="0">
              <a:buNone/>
              <a:defRPr sz="2133" b="1"/>
            </a:lvl5pPr>
            <a:lvl6pPr marL="3047924" indent="0">
              <a:buNone/>
              <a:defRPr sz="2133" b="1"/>
            </a:lvl6pPr>
            <a:lvl7pPr marL="3657509" indent="0">
              <a:buNone/>
              <a:defRPr sz="2133" b="1"/>
            </a:lvl7pPr>
            <a:lvl8pPr marL="4267093" indent="0">
              <a:buNone/>
              <a:defRPr sz="2133" b="1"/>
            </a:lvl8pPr>
            <a:lvl9pPr marL="4876678" indent="0">
              <a:buNone/>
              <a:defRPr sz="2133" b="1"/>
            </a:lvl9pPr>
          </a:lstStyle>
          <a:p>
            <a:pPr lvl="0"/>
            <a:r>
              <a:rPr lang="en-US"/>
              <a:t>Click to edit Master text styles</a:t>
            </a:r>
          </a:p>
        </p:txBody>
      </p:sp>
      <p:sp>
        <p:nvSpPr>
          <p:cNvPr id="4" name="Content Placeholder 3"/>
          <p:cNvSpPr>
            <a:spLocks noGrp="1"/>
          </p:cNvSpPr>
          <p:nvPr>
            <p:ph sz="half" idx="2"/>
          </p:nvPr>
        </p:nvSpPr>
        <p:spPr>
          <a:xfrm>
            <a:off x="715839" y="3040828"/>
            <a:ext cx="5386917" cy="3035059"/>
          </a:xfrm>
        </p:spPr>
        <p:txBody>
          <a:bodyPr/>
          <a:lstStyle>
            <a:lvl1pPr algn="ctr">
              <a:defRPr sz="3200">
                <a:solidFill>
                  <a:schemeClr val="tx1"/>
                </a:solidFill>
              </a:defRPr>
            </a:lvl1pPr>
            <a:lvl2pPr algn="ctr">
              <a:defRPr sz="2667">
                <a:solidFill>
                  <a:schemeClr val="tx1"/>
                </a:solidFill>
              </a:defRPr>
            </a:lvl2pPr>
            <a:lvl3pPr algn="ctr">
              <a:defRPr sz="2400">
                <a:solidFill>
                  <a:schemeClr val="tx1"/>
                </a:solidFill>
              </a:defRPr>
            </a:lvl3pPr>
            <a:lvl4pPr algn="ctr">
              <a:defRPr sz="2133">
                <a:solidFill>
                  <a:schemeClr val="tx1"/>
                </a:solidFill>
              </a:defRPr>
            </a:lvl4pPr>
            <a:lvl5pPr algn="ctr">
              <a:defRPr sz="2133">
                <a:solidFill>
                  <a:schemeClr val="tx1"/>
                </a:solidFill>
              </a:defRPr>
            </a:lvl5pPr>
            <a:lvl6pPr>
              <a:defRPr sz="2133"/>
            </a:lvl6pPr>
            <a:lvl7pPr>
              <a:defRPr sz="2133"/>
            </a:lvl7pPr>
            <a:lvl8pPr>
              <a:defRPr sz="2133"/>
            </a:lvl8pPr>
            <a:lvl9pPr>
              <a:defRPr sz="21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096001" y="2410965"/>
            <a:ext cx="5389033" cy="639763"/>
          </a:xfrm>
        </p:spPr>
        <p:txBody>
          <a:bodyPr anchor="b"/>
          <a:lstStyle>
            <a:lvl1pPr marL="0" indent="0" algn="ctr">
              <a:buNone/>
              <a:defRPr sz="3200" b="1">
                <a:solidFill>
                  <a:schemeClr val="tx1"/>
                </a:solidFill>
              </a:defRPr>
            </a:lvl1pPr>
            <a:lvl2pPr marL="609585" indent="0">
              <a:buNone/>
              <a:defRPr sz="2667" b="1"/>
            </a:lvl2pPr>
            <a:lvl3pPr marL="1219170" indent="0">
              <a:buNone/>
              <a:defRPr sz="2400" b="1"/>
            </a:lvl3pPr>
            <a:lvl4pPr marL="1828754" indent="0">
              <a:buNone/>
              <a:defRPr sz="2133" b="1"/>
            </a:lvl4pPr>
            <a:lvl5pPr marL="2438339" indent="0">
              <a:buNone/>
              <a:defRPr sz="2133" b="1"/>
            </a:lvl5pPr>
            <a:lvl6pPr marL="3047924" indent="0">
              <a:buNone/>
              <a:defRPr sz="2133" b="1"/>
            </a:lvl6pPr>
            <a:lvl7pPr marL="3657509" indent="0">
              <a:buNone/>
              <a:defRPr sz="2133" b="1"/>
            </a:lvl7pPr>
            <a:lvl8pPr marL="4267093" indent="0">
              <a:buNone/>
              <a:defRPr sz="2133" b="1"/>
            </a:lvl8pPr>
            <a:lvl9pPr marL="4876678" indent="0">
              <a:buNone/>
              <a:defRPr sz="2133" b="1"/>
            </a:lvl9pPr>
          </a:lstStyle>
          <a:p>
            <a:pPr lvl="0"/>
            <a:r>
              <a:rPr lang="en-US"/>
              <a:t>Click to edit Master text styles</a:t>
            </a:r>
          </a:p>
        </p:txBody>
      </p:sp>
      <p:sp>
        <p:nvSpPr>
          <p:cNvPr id="6" name="Content Placeholder 5"/>
          <p:cNvSpPr>
            <a:spLocks noGrp="1"/>
          </p:cNvSpPr>
          <p:nvPr>
            <p:ph sz="quarter" idx="4"/>
          </p:nvPr>
        </p:nvSpPr>
        <p:spPr>
          <a:xfrm>
            <a:off x="6096001" y="3040828"/>
            <a:ext cx="5389033" cy="3035059"/>
          </a:xfrm>
        </p:spPr>
        <p:txBody>
          <a:bodyPr/>
          <a:lstStyle>
            <a:lvl1pPr algn="ctr">
              <a:defRPr sz="3200">
                <a:solidFill>
                  <a:schemeClr val="tx1"/>
                </a:solidFill>
              </a:defRPr>
            </a:lvl1pPr>
            <a:lvl2pPr algn="ctr">
              <a:defRPr sz="2667">
                <a:solidFill>
                  <a:schemeClr val="tx1"/>
                </a:solidFill>
              </a:defRPr>
            </a:lvl2pPr>
            <a:lvl3pPr algn="ctr">
              <a:defRPr sz="2400">
                <a:solidFill>
                  <a:schemeClr val="tx1"/>
                </a:solidFill>
              </a:defRPr>
            </a:lvl3pPr>
            <a:lvl4pPr algn="ctr">
              <a:defRPr sz="2133">
                <a:solidFill>
                  <a:schemeClr val="tx1"/>
                </a:solidFill>
              </a:defRPr>
            </a:lvl4pPr>
            <a:lvl5pPr algn="ctr">
              <a:defRPr sz="2133">
                <a:solidFill>
                  <a:schemeClr val="tx1"/>
                </a:solidFill>
              </a:defRPr>
            </a:lvl5pPr>
            <a:lvl6pPr>
              <a:defRPr sz="2133"/>
            </a:lvl6pPr>
            <a:lvl7pPr>
              <a:defRPr sz="2133"/>
            </a:lvl7pPr>
            <a:lvl8pPr>
              <a:defRPr sz="2133"/>
            </a:lvl8pPr>
            <a:lvl9pPr>
              <a:defRPr sz="21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46CE7D5-CF57-46EF-B807-FDD0502418D4}" type="datetimeFigureOut">
              <a:rPr lang="en-US" smtClean="0"/>
              <a:t>10/9/2026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30EA680-D336-4FF7-8B7A-9848BB0A1C32}" type="slidenum">
              <a:rPr lang="en-US" smtClean="0"/>
              <a:t>‹nr.›</a:t>
            </a:fld>
            <a:endParaRPr lang="en-US"/>
          </a:p>
        </p:txBody>
      </p:sp>
    </p:spTree>
    <p:extLst>
      <p:ext uri="{BB962C8B-B14F-4D97-AF65-F5344CB8AC3E}">
        <p14:creationId xmlns:p14="http://schemas.microsoft.com/office/powerpoint/2010/main" val="27873131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46CE7D5-CF57-46EF-B807-FDD0502418D4}" type="datetimeFigureOut">
              <a:rPr lang="en-US" smtClean="0"/>
              <a:t>10/9/2026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30EA680-D336-4FF7-8B7A-9848BB0A1C32}" type="slidenum">
              <a:rPr lang="en-US" smtClean="0"/>
              <a:t>‹nr.›</a:t>
            </a:fld>
            <a:endParaRPr lang="en-US"/>
          </a:p>
        </p:txBody>
      </p:sp>
    </p:spTree>
    <p:extLst>
      <p:ext uri="{BB962C8B-B14F-4D97-AF65-F5344CB8AC3E}">
        <p14:creationId xmlns:p14="http://schemas.microsoft.com/office/powerpoint/2010/main" val="16643255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US" smtClean="0"/>
              <a:t>10/9/2026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30EA680-D336-4FF7-8B7A-9848BB0A1C32}" type="slidenum">
              <a:rPr lang="en-US" smtClean="0"/>
              <a:t>‹nr.›</a:t>
            </a:fld>
            <a:endParaRPr lang="en-US"/>
          </a:p>
        </p:txBody>
      </p:sp>
    </p:spTree>
    <p:extLst>
      <p:ext uri="{BB962C8B-B14F-4D97-AF65-F5344CB8AC3E}">
        <p14:creationId xmlns:p14="http://schemas.microsoft.com/office/powerpoint/2010/main" val="6550715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nchor="b"/>
          <a:lstStyle>
            <a:lvl1pPr algn="l">
              <a:defRPr sz="2667" b="1"/>
            </a:lvl1pPr>
          </a:lstStyle>
          <a:p>
            <a:r>
              <a:rPr lang="en-US"/>
              <a:t>Click to edit Master title style</a:t>
            </a:r>
          </a:p>
        </p:txBody>
      </p:sp>
      <p:sp>
        <p:nvSpPr>
          <p:cNvPr id="3" name="Content Placeholder 2"/>
          <p:cNvSpPr>
            <a:spLocks noGrp="1"/>
          </p:cNvSpPr>
          <p:nvPr>
            <p:ph idx="1"/>
          </p:nvPr>
        </p:nvSpPr>
        <p:spPr>
          <a:xfrm>
            <a:off x="4766733" y="273052"/>
            <a:ext cx="6815667" cy="5853113"/>
          </a:xfrm>
        </p:spPr>
        <p:txBody>
          <a:bodyPr/>
          <a:lstStyle>
            <a:lvl1pPr>
              <a:defRPr sz="4267"/>
            </a:lvl1pPr>
            <a:lvl2pPr>
              <a:defRPr sz="3733"/>
            </a:lvl2pPr>
            <a:lvl3pPr>
              <a:defRPr sz="3200"/>
            </a:lvl3pPr>
            <a:lvl4pPr>
              <a:defRPr sz="2667"/>
            </a:lvl4pPr>
            <a:lvl5pPr>
              <a:defRPr sz="2667"/>
            </a:lvl5pPr>
            <a:lvl6pPr>
              <a:defRPr sz="2667"/>
            </a:lvl6pPr>
            <a:lvl7pPr>
              <a:defRPr sz="2667"/>
            </a:lvl7pPr>
            <a:lvl8pPr>
              <a:defRPr sz="2667"/>
            </a:lvl8pPr>
            <a:lvl9pPr>
              <a:defRPr sz="26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2"/>
            <a:ext cx="4011084" cy="46910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10/9/2026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‹nr.›</a:t>
            </a:fld>
            <a:endParaRPr lang="en-US"/>
          </a:p>
        </p:txBody>
      </p:sp>
    </p:spTree>
    <p:extLst>
      <p:ext uri="{BB962C8B-B14F-4D97-AF65-F5344CB8AC3E}">
        <p14:creationId xmlns:p14="http://schemas.microsoft.com/office/powerpoint/2010/main" val="22304736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9"/>
          </a:xfrm>
        </p:spPr>
        <p:txBody>
          <a:bodyPr anchor="b"/>
          <a:lstStyle>
            <a:lvl1pPr algn="l">
              <a:defRPr sz="2667"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4267"/>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r>
              <a:rPr lang="en-US"/>
              <a:t>Click icon to add picture</a:t>
            </a:r>
          </a:p>
        </p:txBody>
      </p:sp>
      <p:sp>
        <p:nvSpPr>
          <p:cNvPr id="4" name="Text Placeholder 3"/>
          <p:cNvSpPr>
            <a:spLocks noGrp="1"/>
          </p:cNvSpPr>
          <p:nvPr>
            <p:ph type="body" sz="half" idx="2"/>
          </p:nvPr>
        </p:nvSpPr>
        <p:spPr>
          <a:xfrm>
            <a:off x="2389717" y="5367338"/>
            <a:ext cx="7315200" cy="8048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10/9/2026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‹nr.›</a:t>
            </a:fld>
            <a:endParaRPr lang="en-US"/>
          </a:p>
        </p:txBody>
      </p:sp>
    </p:spTree>
    <p:extLst>
      <p:ext uri="{BB962C8B-B14F-4D97-AF65-F5344CB8AC3E}">
        <p14:creationId xmlns:p14="http://schemas.microsoft.com/office/powerpoint/2010/main" val="24924186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46CE7D5-CF57-46EF-B807-FDD0502418D4}" type="datetimeFigureOut">
              <a:rPr lang="en-US" smtClean="0"/>
              <a:t>10/9/2026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‹nr.›</a:t>
            </a:fld>
            <a:endParaRPr lang="en-US"/>
          </a:p>
        </p:txBody>
      </p:sp>
    </p:spTree>
    <p:extLst>
      <p:ext uri="{BB962C8B-B14F-4D97-AF65-F5344CB8AC3E}">
        <p14:creationId xmlns:p14="http://schemas.microsoft.com/office/powerpoint/2010/main" val="342946717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46CE7D5-CF57-46EF-B807-FDD0502418D4}" type="datetimeFigureOut">
              <a:rPr lang="en-US" smtClean="0"/>
              <a:t>10/9/2026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‹nr.›</a:t>
            </a:fld>
            <a:endParaRPr lang="en-US"/>
          </a:p>
        </p:txBody>
      </p:sp>
      <p:pic>
        <p:nvPicPr>
          <p:cNvPr id="7" name="Picture 6" descr="E:\websites\free-power-point-templates\2012\logos.png">
            <a:extLst>
              <a:ext uri="{FF2B5EF4-FFF2-40B4-BE49-F238E27FC236}">
                <a16:creationId xmlns:a16="http://schemas.microsoft.com/office/drawing/2014/main" id="{08B89D22-1D6E-450B-881F-4D2A4C527F72}"/>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077967" y="3101618"/>
            <a:ext cx="1951712" cy="702615"/>
          </a:xfrm>
          <a:prstGeom prst="rect">
            <a:avLst/>
          </a:prstGeom>
          <a:noFill/>
          <a:ln>
            <a:no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056915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4">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9"/>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600">
                <a:solidFill>
                  <a:schemeClr val="tx1">
                    <a:tint val="75000"/>
                  </a:schemeClr>
                </a:solidFill>
              </a:defRPr>
            </a:lvl1pPr>
          </a:lstStyle>
          <a:p>
            <a:fld id="{846CE7D5-CF57-46EF-B807-FDD0502418D4}" type="datetimeFigureOut">
              <a:rPr lang="en-US" smtClean="0"/>
              <a:t>10/9/2026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600">
                <a:solidFill>
                  <a:schemeClr val="tx1">
                    <a:tint val="75000"/>
                  </a:schemeClr>
                </a:solidFill>
              </a:defRPr>
            </a:lvl1pPr>
          </a:lstStyle>
          <a:p>
            <a:fld id="{330EA680-D336-4FF7-8B7A-9848BB0A1C32}" type="slidenum">
              <a:rPr lang="en-US" smtClean="0"/>
              <a:t>‹nr.›</a:t>
            </a:fld>
            <a:endParaRPr lang="en-US"/>
          </a:p>
        </p:txBody>
      </p:sp>
      <p:sp>
        <p:nvSpPr>
          <p:cNvPr id="7" name="TextBox 6">
            <a:extLst>
              <a:ext uri="{FF2B5EF4-FFF2-40B4-BE49-F238E27FC236}">
                <a16:creationId xmlns:a16="http://schemas.microsoft.com/office/drawing/2014/main" id="{11E867DF-3DCA-4725-94F0-F2B6BD747A82}"/>
              </a:ext>
            </a:extLst>
          </p:cNvPr>
          <p:cNvSpPr txBox="1"/>
          <p:nvPr/>
        </p:nvSpPr>
        <p:spPr>
          <a:xfrm>
            <a:off x="-12200" y="6951663"/>
            <a:ext cx="11186167" cy="666977"/>
          </a:xfrm>
          <a:prstGeom prst="rect">
            <a:avLst/>
          </a:prstGeom>
          <a:noFill/>
        </p:spPr>
        <p:txBody>
          <a:bodyPr wrap="square" rtlCol="0">
            <a:spAutoFit/>
          </a:bodyPr>
          <a:lstStyle/>
          <a:p>
            <a:r>
              <a:rPr lang="en-US" sz="1867" dirty="0">
                <a:solidFill>
                  <a:schemeClr val="bg1">
                    <a:lumMod val="65000"/>
                  </a:schemeClr>
                </a:solidFill>
              </a:rPr>
              <a:t>This presentation uses a free template provided by FPPT.com</a:t>
            </a:r>
          </a:p>
          <a:p>
            <a:r>
              <a:rPr lang="en-US" sz="1867" dirty="0">
                <a:solidFill>
                  <a:schemeClr val="bg1">
                    <a:lumMod val="65000"/>
                  </a:schemeClr>
                </a:solidFill>
              </a:rPr>
              <a:t>www.free-power-point-templates.com</a:t>
            </a:r>
          </a:p>
        </p:txBody>
      </p:sp>
    </p:spTree>
    <p:extLst>
      <p:ext uri="{BB962C8B-B14F-4D97-AF65-F5344CB8AC3E}">
        <p14:creationId xmlns:p14="http://schemas.microsoft.com/office/powerpoint/2010/main" val="2266952685"/>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txStyles>
    <p:titleStyle>
      <a:lvl1pPr algn="ctr" defTabSz="1219170" rtl="0" eaLnBrk="1" latinLnBrk="0" hangingPunct="1">
        <a:spcBef>
          <a:spcPct val="0"/>
        </a:spcBef>
        <a:buNone/>
        <a:defRPr sz="5867" kern="1200">
          <a:solidFill>
            <a:schemeClr val="tx1"/>
          </a:solidFill>
          <a:latin typeface="+mj-lt"/>
          <a:ea typeface="+mj-ea"/>
          <a:cs typeface="+mj-cs"/>
        </a:defRPr>
      </a:lvl1pPr>
    </p:titleStyle>
    <p:bodyStyle>
      <a:lvl1pPr marL="457189" indent="-457189" algn="l" defTabSz="1219170" rtl="0" eaLnBrk="1" latinLnBrk="0" hangingPunct="1">
        <a:spcBef>
          <a:spcPct val="20000"/>
        </a:spcBef>
        <a:buFont typeface="Arial" pitchFamily="34" charset="0"/>
        <a:buChar char="•"/>
        <a:defRPr sz="4267" kern="1200">
          <a:solidFill>
            <a:schemeClr val="tx1"/>
          </a:solidFill>
          <a:latin typeface="+mn-lt"/>
          <a:ea typeface="+mn-ea"/>
          <a:cs typeface="+mn-cs"/>
        </a:defRPr>
      </a:lvl1pPr>
      <a:lvl2pPr marL="990575" indent="-380990" algn="l" defTabSz="1219170" rtl="0" eaLnBrk="1" latinLnBrk="0" hangingPunct="1">
        <a:spcBef>
          <a:spcPct val="20000"/>
        </a:spcBef>
        <a:buFont typeface="Arial" pitchFamily="34" charset="0"/>
        <a:buChar char="–"/>
        <a:defRPr sz="3733" kern="1200">
          <a:solidFill>
            <a:schemeClr val="tx1"/>
          </a:solidFill>
          <a:latin typeface="+mn-lt"/>
          <a:ea typeface="+mn-ea"/>
          <a:cs typeface="+mn-cs"/>
        </a:defRPr>
      </a:lvl2pPr>
      <a:lvl3pPr marL="1523962" indent="-304792" algn="l" defTabSz="1219170" rtl="0" eaLnBrk="1" latinLnBrk="0" hangingPunct="1">
        <a:spcBef>
          <a:spcPct val="20000"/>
        </a:spcBef>
        <a:buFont typeface="Arial" pitchFamily="34" charset="0"/>
        <a:buChar char="•"/>
        <a:defRPr sz="3200" kern="1200">
          <a:solidFill>
            <a:schemeClr val="tx1"/>
          </a:solidFill>
          <a:latin typeface="+mn-lt"/>
          <a:ea typeface="+mn-ea"/>
          <a:cs typeface="+mn-cs"/>
        </a:defRPr>
      </a:lvl3pPr>
      <a:lvl4pPr marL="2133547"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4pPr>
      <a:lvl5pPr marL="2743131"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5pPr>
      <a:lvl6pPr marL="3352716"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6pPr>
      <a:lvl7pPr marL="3962301"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7pPr>
      <a:lvl8pPr marL="4571886"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8pPr>
      <a:lvl9pPr marL="5181470"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9pPr>
    </p:bodyStyle>
    <p:otherStyle>
      <a:defPPr>
        <a:defRPr lang="en-US"/>
      </a:defPPr>
      <a:lvl1pPr marL="0" algn="l" defTabSz="1219170" rtl="0" eaLnBrk="1" latinLnBrk="0" hangingPunct="1">
        <a:defRPr sz="2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1.xml"/><Relationship Id="rId1" Type="http://schemas.openxmlformats.org/officeDocument/2006/relationships/slideLayout" Target="../slideLayouts/slideLayout3.xml"/><Relationship Id="rId4" Type="http://schemas.openxmlformats.org/officeDocument/2006/relationships/image" Target="../media/image6.jpeg"/></Relationships>
</file>

<file path=ppt/slides/_rels/slide2.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9.gif"/><Relationship Id="rId2" Type="http://schemas.openxmlformats.org/officeDocument/2006/relationships/notesSlide" Target="../notesSlides/notesSlide9.xml"/><Relationship Id="rId1" Type="http://schemas.openxmlformats.org/officeDocument/2006/relationships/slideLayout" Target="../slideLayouts/slideLayout6.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255A39-B50E-AE77-C006-704D50DD4D78}"/>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2B1C3FE0-5895-8884-2D5A-EA445C365F76}"/>
              </a:ext>
            </a:extLst>
          </p:cNvPr>
          <p:cNvSpPr>
            <a:spLocks noGrp="1"/>
          </p:cNvSpPr>
          <p:nvPr>
            <p:ph type="title"/>
          </p:nvPr>
        </p:nvSpPr>
        <p:spPr>
          <a:xfrm>
            <a:off x="3526966" y="1173233"/>
            <a:ext cx="8553844" cy="1402805"/>
          </a:xfrm>
        </p:spPr>
        <p:txBody>
          <a:bodyPr>
            <a:normAutofit/>
          </a:bodyPr>
          <a:lstStyle/>
          <a:p>
            <a:pPr algn="r"/>
            <a:r>
              <a:rPr lang="nl-NL" sz="4000" dirty="0">
                <a:solidFill>
                  <a:schemeClr val="bg1"/>
                </a:solidFill>
                <a:ea typeface="Calibri"/>
                <a:cs typeface="Calibri"/>
              </a:rPr>
              <a:t>AI + Cloud</a:t>
            </a:r>
            <a:r>
              <a:rPr lang="nl-NL" sz="4000" dirty="0">
                <a:ea typeface="Calibri"/>
                <a:cs typeface="Calibri"/>
              </a:rPr>
              <a:t> (Machine Learning )</a:t>
            </a:r>
            <a:br>
              <a:rPr lang="nl-NL" sz="4000" dirty="0">
                <a:ea typeface="Calibri"/>
                <a:cs typeface="Calibri"/>
              </a:rPr>
            </a:br>
            <a:r>
              <a:rPr lang="nl-NL" sz="4000">
                <a:ea typeface="Calibri"/>
                <a:cs typeface="Calibri"/>
              </a:rPr>
              <a:t>Mushrooms &amp; Citi Bike</a:t>
            </a:r>
          </a:p>
        </p:txBody>
      </p:sp>
      <p:pic>
        <p:nvPicPr>
          <p:cNvPr id="8" name="Picture 3" descr="Art Morphing GIF">
            <a:extLst>
              <a:ext uri="{FF2B5EF4-FFF2-40B4-BE49-F238E27FC236}">
                <a16:creationId xmlns:a16="http://schemas.microsoft.com/office/drawing/2014/main" id="{242A69D7-3B29-1A37-F18C-A2A888744DE6}"/>
              </a:ext>
            </a:extLst>
          </p:cNvPr>
          <p:cNvPicPr>
            <a:picLocks noChangeAspect="1"/>
          </p:cNvPicPr>
          <p:nvPr/>
        </p:nvPicPr>
        <p:blipFill>
          <a:blip r:embed="rId3"/>
          <a:stretch>
            <a:fillRect/>
          </a:stretch>
        </p:blipFill>
        <p:spPr>
          <a:xfrm>
            <a:off x="-139062" y="-76171"/>
            <a:ext cx="4668681" cy="7008102"/>
          </a:xfrm>
          <a:prstGeom prst="rect">
            <a:avLst/>
          </a:prstGeom>
          <a:ln>
            <a:noFill/>
          </a:ln>
          <a:effectLst>
            <a:softEdge rad="112500"/>
          </a:effectLst>
        </p:spPr>
      </p:pic>
      <p:pic>
        <p:nvPicPr>
          <p:cNvPr id="2" name="Afbeelding 1" descr="Afbeelding met wiel, Landvoertuig, voertuig, buitenshuis&#10;&#10;Door AI gegenereerde inhoud is mogelijk onjuist.">
            <a:extLst>
              <a:ext uri="{FF2B5EF4-FFF2-40B4-BE49-F238E27FC236}">
                <a16:creationId xmlns:a16="http://schemas.microsoft.com/office/drawing/2014/main" id="{5FF9FEC9-6AA6-8BA0-C5C4-DDC517A72707}"/>
              </a:ext>
            </a:extLst>
          </p:cNvPr>
          <p:cNvPicPr>
            <a:picLocks noChangeAspect="1"/>
          </p:cNvPicPr>
          <p:nvPr/>
        </p:nvPicPr>
        <p:blipFill>
          <a:blip r:embed="rId4"/>
          <a:stretch>
            <a:fillRect/>
          </a:stretch>
        </p:blipFill>
        <p:spPr>
          <a:xfrm>
            <a:off x="7372444" y="3425322"/>
            <a:ext cx="2547230" cy="2859197"/>
          </a:xfrm>
          <a:prstGeom prst="rect">
            <a:avLst/>
          </a:prstGeom>
          <a:ln>
            <a:noFill/>
          </a:ln>
          <a:effectLst>
            <a:softEdge rad="112500"/>
          </a:effectLst>
        </p:spPr>
      </p:pic>
    </p:spTree>
    <p:extLst>
      <p:ext uri="{BB962C8B-B14F-4D97-AF65-F5344CB8AC3E}">
        <p14:creationId xmlns:p14="http://schemas.microsoft.com/office/powerpoint/2010/main" val="20001375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22805" y="497687"/>
            <a:ext cx="10769195" cy="1203813"/>
          </a:xfrm>
        </p:spPr>
        <p:txBody>
          <a:bodyPr anchor="ctr">
            <a:normAutofit/>
          </a:bodyPr>
          <a:lstStyle/>
          <a:p>
            <a:pPr>
              <a:lnSpc>
                <a:spcPct val="90000"/>
              </a:lnSpc>
            </a:pPr>
            <a:r>
              <a:rPr lang="en-US" sz="3600">
                <a:ea typeface="Calibri"/>
                <a:cs typeface="Calibri"/>
              </a:rPr>
              <a:t>Company Presentation</a:t>
            </a:r>
            <a:endParaRPr lang="nl-NL"/>
          </a:p>
        </p:txBody>
      </p:sp>
      <p:sp>
        <p:nvSpPr>
          <p:cNvPr id="3" name="Subtitle 2"/>
          <p:cNvSpPr>
            <a:spLocks noGrp="1"/>
          </p:cNvSpPr>
          <p:nvPr>
            <p:ph sz="half" idx="2"/>
          </p:nvPr>
        </p:nvSpPr>
        <p:spPr>
          <a:xfrm>
            <a:off x="3094" y="2030411"/>
            <a:ext cx="5389033" cy="4132339"/>
          </a:xfrm>
        </p:spPr>
        <p:txBody>
          <a:bodyPr vert="horz" lIns="91440" tIns="45720" rIns="91440" bIns="45720" rtlCol="0" anchor="t">
            <a:normAutofit fontScale="92500" lnSpcReduction="20000"/>
          </a:bodyPr>
          <a:lstStyle/>
          <a:p>
            <a:pPr marL="0" indent="0">
              <a:buNone/>
            </a:pPr>
            <a:br>
              <a:rPr lang="nl-BE" dirty="0">
                <a:solidFill>
                  <a:srgbClr val="000000"/>
                </a:solidFill>
              </a:rPr>
            </a:br>
            <a:r>
              <a:rPr lang="nl-BE" sz="3500">
                <a:solidFill>
                  <a:schemeClr val="bg1"/>
                </a:solidFill>
              </a:rPr>
              <a:t>Team 3</a:t>
            </a:r>
            <a:r>
              <a:rPr lang="nl-BE" sz="3500" dirty="0">
                <a:solidFill>
                  <a:schemeClr val="bg1"/>
                </a:solidFill>
              </a:rPr>
              <a:t> </a:t>
            </a:r>
            <a:br>
              <a:rPr lang="nl-BE" sz="3500" dirty="0"/>
            </a:br>
            <a:r>
              <a:rPr lang="nl-BE" sz="3500">
                <a:solidFill>
                  <a:schemeClr val="bg1"/>
                </a:solidFill>
              </a:rPr>
              <a:t>Git Push &amp; Pray</a:t>
            </a:r>
            <a:endParaRPr lang="nl-NL" sz="3500">
              <a:solidFill>
                <a:schemeClr val="bg1"/>
              </a:solidFill>
            </a:endParaRPr>
          </a:p>
          <a:p>
            <a:pPr marL="0" indent="0">
              <a:buNone/>
            </a:pPr>
            <a:br>
              <a:rPr lang="nl-BE" dirty="0">
                <a:solidFill>
                  <a:srgbClr val="000000"/>
                </a:solidFill>
              </a:rPr>
            </a:br>
            <a:r>
              <a:rPr lang="nl-BE">
                <a:solidFill>
                  <a:schemeClr val="tx1">
                    <a:lumMod val="49000"/>
                    <a:lumOff val="51000"/>
                  </a:schemeClr>
                </a:solidFill>
              </a:rPr>
              <a:t>Leden:</a:t>
            </a:r>
            <a:endParaRPr lang="nl-BE">
              <a:solidFill>
                <a:schemeClr val="tx1">
                  <a:lumMod val="49000"/>
                  <a:lumOff val="51000"/>
                </a:schemeClr>
              </a:solidFill>
              <a:ea typeface="Calibri"/>
              <a:cs typeface="Calibri"/>
            </a:endParaRPr>
          </a:p>
          <a:p>
            <a:pPr marL="0" indent="0">
              <a:buNone/>
            </a:pPr>
            <a:r>
              <a:rPr lang="nl-BE"/>
              <a:t>Kobe Vandenberk</a:t>
            </a:r>
          </a:p>
          <a:p>
            <a:pPr marL="0" indent="0">
              <a:buNone/>
            </a:pPr>
            <a:r>
              <a:rPr lang="nl-BE"/>
              <a:t>Cisse Vandeweyer</a:t>
            </a:r>
          </a:p>
          <a:p>
            <a:pPr marL="0" indent="0">
              <a:buNone/>
            </a:pPr>
            <a:r>
              <a:rPr lang="nl-BE"/>
              <a:t>Brent Van Gelder</a:t>
            </a:r>
          </a:p>
          <a:p>
            <a:pPr marL="456565" indent="-456565">
              <a:buNone/>
            </a:pPr>
            <a:r>
              <a:rPr lang="nl-BE">
                <a:ea typeface="Calibri"/>
                <a:cs typeface="Calibri"/>
              </a:rPr>
              <a:t>Dmitrij Tchervonisjenko</a:t>
            </a:r>
          </a:p>
          <a:p>
            <a:pPr marL="0" indent="0">
              <a:buNone/>
            </a:pPr>
            <a:endParaRPr lang="nl-BE" dirty="0">
              <a:ea typeface="Calibri"/>
              <a:cs typeface="Calibri"/>
            </a:endParaRPr>
          </a:p>
          <a:p>
            <a:pPr marL="0" indent="0">
              <a:buNone/>
            </a:pPr>
            <a:endParaRPr lang="nl-BE" dirty="0">
              <a:ea typeface="Calibri"/>
              <a:cs typeface="Calibri"/>
            </a:endParaRPr>
          </a:p>
        </p:txBody>
      </p:sp>
      <p:pic>
        <p:nvPicPr>
          <p:cNvPr id="5" name="Afbeelding 4">
            <a:extLst>
              <a:ext uri="{FF2B5EF4-FFF2-40B4-BE49-F238E27FC236}">
                <a16:creationId xmlns:a16="http://schemas.microsoft.com/office/drawing/2014/main" id="{9D5876D8-4D7E-E468-EEA1-F9F4070DC8B9}"/>
              </a:ext>
            </a:extLst>
          </p:cNvPr>
          <p:cNvPicPr>
            <a:picLocks noChangeAspect="1"/>
          </p:cNvPicPr>
          <p:nvPr/>
        </p:nvPicPr>
        <p:blipFill>
          <a:blip r:embed="rId3"/>
          <a:stretch>
            <a:fillRect/>
          </a:stretch>
        </p:blipFill>
        <p:spPr>
          <a:xfrm>
            <a:off x="5092701" y="2482851"/>
            <a:ext cx="6587671" cy="3679371"/>
          </a:xfrm>
          <a:prstGeom prst="rect">
            <a:avLst/>
          </a:prstGeom>
          <a:ln>
            <a:noFill/>
          </a:ln>
          <a:effectLst>
            <a:softEdge rad="112500"/>
          </a:effectLst>
        </p:spPr>
      </p:pic>
    </p:spTree>
    <p:extLst>
      <p:ext uri="{BB962C8B-B14F-4D97-AF65-F5344CB8AC3E}">
        <p14:creationId xmlns:p14="http://schemas.microsoft.com/office/powerpoint/2010/main" val="1098572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4B685E-3BA8-5751-B7E9-C380BFB2D0A3}"/>
              </a:ext>
            </a:extLst>
          </p:cNvPr>
          <p:cNvSpPr>
            <a:spLocks noGrp="1"/>
          </p:cNvSpPr>
          <p:nvPr>
            <p:ph type="title"/>
          </p:nvPr>
        </p:nvSpPr>
        <p:spPr>
          <a:xfrm>
            <a:off x="1142196" y="358144"/>
            <a:ext cx="10769195" cy="1203813"/>
          </a:xfrm>
        </p:spPr>
        <p:txBody>
          <a:bodyPr anchor="ctr">
            <a:normAutofit fontScale="90000"/>
          </a:bodyPr>
          <a:lstStyle/>
          <a:p>
            <a:r>
              <a:rPr lang="en-US" dirty="0"/>
              <a:t>EDA </a:t>
            </a:r>
            <a:br>
              <a:rPr lang="en-US" dirty="0"/>
            </a:br>
            <a:r>
              <a:rPr lang="en-US" dirty="0"/>
              <a:t>Key Patterns &amp; </a:t>
            </a:r>
            <a:r>
              <a:rPr lang="en-US" dirty="0" err="1"/>
              <a:t>Inzicht</a:t>
            </a:r>
            <a:endParaRPr lang="nl-NL" dirty="0" err="1"/>
          </a:p>
        </p:txBody>
      </p:sp>
      <p:pic>
        <p:nvPicPr>
          <p:cNvPr id="4" name="Afbeelding 3" descr="Afbeelding met schimmel, paddenstoel, Eetbare paddenstoel, Basidiomyceten&#10;&#10;Door AI gegenereerde inhoud is mogelijk onjuist.">
            <a:extLst>
              <a:ext uri="{FF2B5EF4-FFF2-40B4-BE49-F238E27FC236}">
                <a16:creationId xmlns:a16="http://schemas.microsoft.com/office/drawing/2014/main" id="{50867963-6D66-FAEB-932E-0B1D20734414}"/>
              </a:ext>
            </a:extLst>
          </p:cNvPr>
          <p:cNvPicPr>
            <a:picLocks noChangeAspect="1"/>
          </p:cNvPicPr>
          <p:nvPr/>
        </p:nvPicPr>
        <p:blipFill>
          <a:blip r:embed="rId3"/>
          <a:stretch>
            <a:fillRect/>
          </a:stretch>
        </p:blipFill>
        <p:spPr>
          <a:xfrm>
            <a:off x="9881735" y="95476"/>
            <a:ext cx="828676" cy="988334"/>
          </a:xfrm>
          <a:prstGeom prst="rect">
            <a:avLst/>
          </a:prstGeom>
        </p:spPr>
      </p:pic>
      <p:sp>
        <p:nvSpPr>
          <p:cNvPr id="5" name="Tekstvak 4">
            <a:extLst>
              <a:ext uri="{FF2B5EF4-FFF2-40B4-BE49-F238E27FC236}">
                <a16:creationId xmlns:a16="http://schemas.microsoft.com/office/drawing/2014/main" id="{A616CF06-53AD-6138-DF8A-669E67B0D25C}"/>
              </a:ext>
            </a:extLst>
          </p:cNvPr>
          <p:cNvSpPr txBox="1"/>
          <p:nvPr/>
        </p:nvSpPr>
        <p:spPr>
          <a:xfrm>
            <a:off x="2327859" y="2732172"/>
            <a:ext cx="8294531"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buFont typeface="Arial"/>
              <a:buChar char="•"/>
            </a:pPr>
            <a:r>
              <a:rPr lang="nl-NL">
                <a:ea typeface="+mn-lt"/>
                <a:cs typeface="+mn-lt"/>
              </a:rPr>
              <a:t>Doel: Voorspellen of een paddenstoel giftig (poisonous) of eetbaar (edible) is.</a:t>
            </a:r>
            <a:endParaRPr lang="nl-NL" dirty="0">
              <a:ea typeface="+mn-lt"/>
              <a:cs typeface="+mn-lt"/>
            </a:endParaRPr>
          </a:p>
          <a:p>
            <a:pPr>
              <a:buFont typeface="Arial"/>
              <a:buChar char="•"/>
            </a:pPr>
            <a:r>
              <a:rPr lang="nl-NL">
                <a:ea typeface="+mn-lt"/>
                <a:cs typeface="+mn-lt"/>
              </a:rPr>
              <a:t>Dataset: 61.069 rijen, enorm veel categorische variabelen.</a:t>
            </a:r>
            <a:endParaRPr lang="nl-NL"/>
          </a:p>
          <a:p>
            <a:pPr>
              <a:buFont typeface="Arial"/>
              <a:buChar char="•"/>
            </a:pPr>
            <a:r>
              <a:rPr lang="nl-NL">
                <a:ea typeface="+mn-lt"/>
                <a:cs typeface="+mn-lt"/>
              </a:rPr>
              <a:t>Inzicht: Bepaalde kleuren en geuren zijn wiskundig sterk gecorreleerd met giftigheid.</a:t>
            </a:r>
            <a:endParaRPr lang="nl-NL"/>
          </a:p>
          <a:p>
            <a:pPr>
              <a:buFont typeface="Arial"/>
              <a:buChar char="•"/>
            </a:pPr>
            <a:endParaRPr lang="nl-NL" dirty="0">
              <a:ea typeface="Calibri"/>
              <a:cs typeface="Calibri"/>
            </a:endParaRPr>
          </a:p>
        </p:txBody>
      </p:sp>
    </p:spTree>
    <p:extLst>
      <p:ext uri="{BB962C8B-B14F-4D97-AF65-F5344CB8AC3E}">
        <p14:creationId xmlns:p14="http://schemas.microsoft.com/office/powerpoint/2010/main" val="6544738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E65FE-5E0C-9D92-3A02-393F976BF328}"/>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C80610DB-7C6B-790E-92AA-56659F4064E6}"/>
              </a:ext>
            </a:extLst>
          </p:cNvPr>
          <p:cNvSpPr>
            <a:spLocks noGrp="1"/>
          </p:cNvSpPr>
          <p:nvPr>
            <p:ph type="title"/>
          </p:nvPr>
        </p:nvSpPr>
        <p:spPr>
          <a:xfrm>
            <a:off x="1142196" y="358144"/>
            <a:ext cx="10769195" cy="1203813"/>
          </a:xfrm>
        </p:spPr>
        <p:txBody>
          <a:bodyPr anchor="ctr">
            <a:normAutofit fontScale="90000"/>
          </a:bodyPr>
          <a:lstStyle/>
          <a:p>
            <a:r>
              <a:rPr lang="en-US" dirty="0"/>
              <a:t>EDA </a:t>
            </a:r>
            <a:br>
              <a:rPr lang="en-US" dirty="0"/>
            </a:br>
            <a:r>
              <a:rPr lang="en-US" dirty="0" err="1"/>
              <a:t>Datakwaliteit</a:t>
            </a:r>
            <a:r>
              <a:rPr lang="en-US" dirty="0"/>
              <a:t> &amp; Anomalies</a:t>
            </a:r>
            <a:endParaRPr lang="en-US" dirty="0">
              <a:ea typeface="Calibri"/>
              <a:cs typeface="Calibri"/>
            </a:endParaRPr>
          </a:p>
        </p:txBody>
      </p:sp>
      <p:pic>
        <p:nvPicPr>
          <p:cNvPr id="12" name="Afbeelding 11" descr="Afbeelding met schimmel, paddenstoel, Eetbare paddenstoel, Basidiomyceten&#10;&#10;Door AI gegenereerde inhoud is mogelijk onjuist.">
            <a:extLst>
              <a:ext uri="{FF2B5EF4-FFF2-40B4-BE49-F238E27FC236}">
                <a16:creationId xmlns:a16="http://schemas.microsoft.com/office/drawing/2014/main" id="{808B04CF-459E-309D-D09A-7A7259F7D638}"/>
              </a:ext>
            </a:extLst>
          </p:cNvPr>
          <p:cNvPicPr>
            <a:picLocks noChangeAspect="1"/>
          </p:cNvPicPr>
          <p:nvPr/>
        </p:nvPicPr>
        <p:blipFill>
          <a:blip r:embed="rId3"/>
          <a:stretch>
            <a:fillRect/>
          </a:stretch>
        </p:blipFill>
        <p:spPr>
          <a:xfrm>
            <a:off x="9881735" y="95476"/>
            <a:ext cx="828676" cy="988334"/>
          </a:xfrm>
          <a:prstGeom prst="rect">
            <a:avLst/>
          </a:prstGeom>
        </p:spPr>
      </p:pic>
      <p:sp>
        <p:nvSpPr>
          <p:cNvPr id="4" name="Tekstvak 3">
            <a:extLst>
              <a:ext uri="{FF2B5EF4-FFF2-40B4-BE49-F238E27FC236}">
                <a16:creationId xmlns:a16="http://schemas.microsoft.com/office/drawing/2014/main" id="{D466245F-F01B-D139-4343-E29607BDB2D6}"/>
              </a:ext>
            </a:extLst>
          </p:cNvPr>
          <p:cNvSpPr txBox="1"/>
          <p:nvPr/>
        </p:nvSpPr>
        <p:spPr>
          <a:xfrm>
            <a:off x="2327859" y="2732172"/>
            <a:ext cx="8361766" cy="31393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buFont typeface="Arial"/>
              <a:buChar char="•"/>
            </a:pPr>
            <a:r>
              <a:rPr lang="nl-NL">
                <a:ea typeface="+mn-lt"/>
                <a:cs typeface="+mn-lt"/>
              </a:rPr>
              <a:t>Column names</a:t>
            </a:r>
            <a:endParaRPr lang="nl-NL" dirty="0">
              <a:ea typeface="+mn-lt"/>
              <a:cs typeface="+mn-lt"/>
            </a:endParaRPr>
          </a:p>
          <a:p>
            <a:pPr>
              <a:buFont typeface="Arial"/>
              <a:buChar char="•"/>
            </a:pPr>
            <a:r>
              <a:rPr lang="nl-NL">
                <a:ea typeface="+mn-lt"/>
                <a:cs typeface="+mn-lt"/>
              </a:rPr>
              <a:t>Na-values</a:t>
            </a:r>
            <a:endParaRPr lang="nl-NL"/>
          </a:p>
          <a:p>
            <a:pPr>
              <a:buFont typeface="Arial"/>
              <a:buChar char="•"/>
            </a:pPr>
            <a:r>
              <a:rPr lang="nl-NL">
                <a:ea typeface="+mn-lt"/>
                <a:cs typeface="+mn-lt"/>
              </a:rPr>
              <a:t>Outliers</a:t>
            </a:r>
            <a:endParaRPr lang="nl-NL"/>
          </a:p>
          <a:p>
            <a:pPr>
              <a:buFont typeface="Arial"/>
              <a:buChar char="•"/>
            </a:pPr>
            <a:r>
              <a:rPr lang="nl-NL">
                <a:ea typeface="+mn-lt"/>
                <a:cs typeface="+mn-lt"/>
              </a:rPr>
              <a:t>(Ordered) categoricals</a:t>
            </a:r>
            <a:endParaRPr lang="nl-NL"/>
          </a:p>
          <a:p>
            <a:pPr algn="l">
              <a:buFont typeface="Arial"/>
              <a:buChar char="•"/>
            </a:pPr>
            <a:endParaRPr lang="nl-NL" dirty="0">
              <a:ea typeface="Calibri"/>
              <a:cs typeface="Calibri"/>
            </a:endParaRPr>
          </a:p>
          <a:p>
            <a:pPr>
              <a:buFont typeface="Arial"/>
              <a:buChar char="•"/>
            </a:pPr>
            <a:endParaRPr lang="nl-NL" dirty="0">
              <a:ea typeface="Calibri"/>
              <a:cs typeface="Calibri"/>
            </a:endParaRPr>
          </a:p>
          <a:p>
            <a:pPr>
              <a:buFont typeface="Arial"/>
              <a:buChar char="•"/>
            </a:pPr>
            <a:endParaRPr lang="nl-NL" dirty="0">
              <a:ea typeface="Calibri"/>
              <a:cs typeface="Calibri"/>
            </a:endParaRPr>
          </a:p>
          <a:p>
            <a:pPr>
              <a:buFont typeface="Arial"/>
              <a:buChar char="•"/>
            </a:pPr>
            <a:r>
              <a:rPr lang="nl-NL">
                <a:latin typeface="Consolas"/>
                <a:ea typeface="Calibri"/>
                <a:cs typeface="Calibri"/>
              </a:rPr>
              <a:t>spore-print-color</a:t>
            </a:r>
            <a:r>
              <a:rPr lang="nl-NL">
                <a:ea typeface="+mn-lt"/>
                <a:cs typeface="+mn-lt"/>
              </a:rPr>
              <a:t>: 95% missing values (NaN).</a:t>
            </a:r>
            <a:endParaRPr lang="nl-NL" dirty="0">
              <a:ea typeface="Calibri"/>
              <a:cs typeface="Calibri"/>
            </a:endParaRPr>
          </a:p>
          <a:p>
            <a:pPr>
              <a:buFont typeface="Arial"/>
              <a:buChar char="•"/>
            </a:pPr>
            <a:r>
              <a:rPr lang="nl-NL">
                <a:latin typeface="Consolas"/>
                <a:ea typeface="Calibri"/>
                <a:cs typeface="Calibri"/>
              </a:rPr>
              <a:t>jumbled_noise</a:t>
            </a:r>
            <a:r>
              <a:rPr lang="nl-NL">
                <a:ea typeface="+mn-lt"/>
                <a:cs typeface="+mn-lt"/>
              </a:rPr>
              <a:t> kolommen ontdekt.</a:t>
            </a:r>
            <a:endParaRPr lang="nl-NL"/>
          </a:p>
          <a:p>
            <a:pPr>
              <a:buFont typeface="Arial"/>
              <a:buChar char="•"/>
            </a:pPr>
            <a:endParaRPr lang="nl-NL" dirty="0">
              <a:ea typeface="Calibri"/>
              <a:cs typeface="Calibri"/>
            </a:endParaRPr>
          </a:p>
          <a:p>
            <a:pPr>
              <a:buFont typeface="Arial"/>
              <a:buChar char="•"/>
            </a:pPr>
            <a:endParaRPr lang="nl-NL" dirty="0">
              <a:ea typeface="Calibri"/>
              <a:cs typeface="Calibri"/>
            </a:endParaRPr>
          </a:p>
        </p:txBody>
      </p:sp>
    </p:spTree>
    <p:extLst>
      <p:ext uri="{BB962C8B-B14F-4D97-AF65-F5344CB8AC3E}">
        <p14:creationId xmlns:p14="http://schemas.microsoft.com/office/powerpoint/2010/main" val="39525736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80BED-7402-5190-FCC8-FC6528222D5D}"/>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7E33D291-2E68-CE91-E41D-C0EB42D6B72D}"/>
              </a:ext>
            </a:extLst>
          </p:cNvPr>
          <p:cNvSpPr>
            <a:spLocks noGrp="1"/>
          </p:cNvSpPr>
          <p:nvPr>
            <p:ph type="title"/>
          </p:nvPr>
        </p:nvSpPr>
        <p:spPr>
          <a:xfrm>
            <a:off x="1142196" y="358144"/>
            <a:ext cx="10769195" cy="1203813"/>
          </a:xfrm>
        </p:spPr>
        <p:txBody>
          <a:bodyPr anchor="ctr">
            <a:normAutofit fontScale="90000"/>
          </a:bodyPr>
          <a:lstStyle/>
          <a:p>
            <a:r>
              <a:rPr lang="en-US" dirty="0"/>
              <a:t>EDA </a:t>
            </a:r>
            <a:br>
              <a:rPr lang="en-US" dirty="0"/>
            </a:br>
            <a:r>
              <a:rPr lang="en-US" dirty="0"/>
              <a:t>Wat was </a:t>
            </a:r>
            <a:r>
              <a:rPr lang="en-US" dirty="0" err="1"/>
              <a:t>Verwacht</a:t>
            </a:r>
            <a:r>
              <a:rPr lang="en-US" dirty="0"/>
              <a:t> ?</a:t>
            </a:r>
            <a:endParaRPr lang="en-US" dirty="0">
              <a:ea typeface="Calibri"/>
              <a:cs typeface="Calibri"/>
            </a:endParaRPr>
          </a:p>
        </p:txBody>
      </p:sp>
      <p:pic>
        <p:nvPicPr>
          <p:cNvPr id="12" name="Afbeelding 11" descr="Afbeelding met schimmel, paddenstoel, Eetbare paddenstoel, Basidiomyceten&#10;&#10;Door AI gegenereerde inhoud is mogelijk onjuist.">
            <a:extLst>
              <a:ext uri="{FF2B5EF4-FFF2-40B4-BE49-F238E27FC236}">
                <a16:creationId xmlns:a16="http://schemas.microsoft.com/office/drawing/2014/main" id="{518FD293-377D-CDBE-4DA9-1AEEC52E78C7}"/>
              </a:ext>
            </a:extLst>
          </p:cNvPr>
          <p:cNvPicPr>
            <a:picLocks noChangeAspect="1"/>
          </p:cNvPicPr>
          <p:nvPr/>
        </p:nvPicPr>
        <p:blipFill>
          <a:blip r:embed="rId3"/>
          <a:stretch>
            <a:fillRect/>
          </a:stretch>
        </p:blipFill>
        <p:spPr>
          <a:xfrm>
            <a:off x="9881735" y="95476"/>
            <a:ext cx="828676" cy="988334"/>
          </a:xfrm>
          <a:prstGeom prst="rect">
            <a:avLst/>
          </a:prstGeom>
        </p:spPr>
      </p:pic>
      <p:sp>
        <p:nvSpPr>
          <p:cNvPr id="3" name="Tekstvak 2">
            <a:extLst>
              <a:ext uri="{FF2B5EF4-FFF2-40B4-BE49-F238E27FC236}">
                <a16:creationId xmlns:a16="http://schemas.microsoft.com/office/drawing/2014/main" id="{03002659-46D2-9DD9-B231-4683AF8243A8}"/>
              </a:ext>
            </a:extLst>
          </p:cNvPr>
          <p:cNvSpPr txBox="1"/>
          <p:nvPr/>
        </p:nvSpPr>
        <p:spPr>
          <a:xfrm>
            <a:off x="2327859" y="2732172"/>
            <a:ext cx="8294531" cy="230832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buFont typeface="Arial"/>
              <a:buChar char="•"/>
            </a:pPr>
            <a:r>
              <a:rPr lang="nl-NL">
                <a:ea typeface="+mn-lt"/>
                <a:cs typeface="+mn-lt"/>
              </a:rPr>
              <a:t>Geur (Odor) is een klassieke voorspeller.</a:t>
            </a:r>
            <a:endParaRPr lang="nl-NL" dirty="0">
              <a:ea typeface="+mn-lt"/>
              <a:cs typeface="+mn-lt"/>
            </a:endParaRPr>
          </a:p>
          <a:p>
            <a:pPr>
              <a:buFont typeface="Arial"/>
              <a:buChar char="•"/>
            </a:pPr>
            <a:r>
              <a:rPr lang="nl-NL">
                <a:ea typeface="+mn-lt"/>
                <a:cs typeface="+mn-lt"/>
              </a:rPr>
              <a:t>Grote fysieke verschillen tussen families.</a:t>
            </a:r>
            <a:endParaRPr lang="nl-NL"/>
          </a:p>
          <a:p>
            <a:pPr>
              <a:buFont typeface="Arial"/>
              <a:buChar char="•"/>
            </a:pPr>
            <a:endParaRPr lang="nl-NL" dirty="0">
              <a:ea typeface="Calibri"/>
              <a:cs typeface="Calibri"/>
            </a:endParaRPr>
          </a:p>
          <a:p>
            <a:pPr>
              <a:buFont typeface="Arial"/>
              <a:buChar char="•"/>
            </a:pPr>
            <a:endParaRPr lang="nl-NL" dirty="0">
              <a:ea typeface="Calibri"/>
              <a:cs typeface="Calibri"/>
            </a:endParaRPr>
          </a:p>
          <a:p>
            <a:pPr>
              <a:buFont typeface="Arial"/>
              <a:buChar char="•"/>
            </a:pPr>
            <a:endParaRPr lang="nl-NL" dirty="0">
              <a:ea typeface="Calibri"/>
              <a:cs typeface="Calibri"/>
            </a:endParaRPr>
          </a:p>
          <a:p>
            <a:pPr>
              <a:buFont typeface="Arial"/>
              <a:buChar char="•"/>
            </a:pPr>
            <a:endParaRPr lang="nl-NL" dirty="0">
              <a:ea typeface="Calibri"/>
              <a:cs typeface="Calibri"/>
            </a:endParaRPr>
          </a:p>
          <a:p>
            <a:pPr>
              <a:buFont typeface="Arial"/>
              <a:buChar char="•"/>
            </a:pPr>
            <a:endParaRPr lang="nl-NL" dirty="0">
              <a:ea typeface="Calibri"/>
              <a:cs typeface="Calibri"/>
            </a:endParaRPr>
          </a:p>
          <a:p>
            <a:pPr>
              <a:buFont typeface="Arial"/>
              <a:buChar char="•"/>
            </a:pPr>
            <a:endParaRPr lang="nl-NL" dirty="0">
              <a:ea typeface="Calibri"/>
              <a:cs typeface="Calibri"/>
            </a:endParaRPr>
          </a:p>
        </p:txBody>
      </p:sp>
    </p:spTree>
    <p:extLst>
      <p:ext uri="{BB962C8B-B14F-4D97-AF65-F5344CB8AC3E}">
        <p14:creationId xmlns:p14="http://schemas.microsoft.com/office/powerpoint/2010/main" val="39388916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A3A207-3F6B-E77E-EF8F-C259B468F4EA}"/>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2809ADC8-4411-B56A-A411-662E24C044F6}"/>
              </a:ext>
            </a:extLst>
          </p:cNvPr>
          <p:cNvSpPr>
            <a:spLocks noGrp="1"/>
          </p:cNvSpPr>
          <p:nvPr>
            <p:ph type="title"/>
          </p:nvPr>
        </p:nvSpPr>
        <p:spPr>
          <a:xfrm>
            <a:off x="1142196" y="358144"/>
            <a:ext cx="10769195" cy="1203813"/>
          </a:xfrm>
        </p:spPr>
        <p:txBody>
          <a:bodyPr anchor="ctr">
            <a:normAutofit fontScale="90000"/>
          </a:bodyPr>
          <a:lstStyle/>
          <a:p>
            <a:r>
              <a:rPr lang="en-US" dirty="0"/>
              <a:t>EDA </a:t>
            </a:r>
            <a:br>
              <a:rPr lang="en-US" dirty="0"/>
            </a:br>
            <a:r>
              <a:rPr lang="en-US" dirty="0">
                <a:ea typeface="Calibri"/>
                <a:cs typeface="Calibri"/>
              </a:rPr>
              <a:t>Wat was </a:t>
            </a:r>
            <a:r>
              <a:rPr lang="en-US" dirty="0" err="1">
                <a:ea typeface="Calibri"/>
                <a:cs typeface="Calibri"/>
              </a:rPr>
              <a:t>Onverwacht</a:t>
            </a:r>
          </a:p>
        </p:txBody>
      </p:sp>
      <p:pic>
        <p:nvPicPr>
          <p:cNvPr id="8" name="Afbeelding 7" descr="Afbeelding met schimmel, paddenstoel, Eetbare paddenstoel, Basidiomyceten&#10;&#10;Door AI gegenereerde inhoud is mogelijk onjuist.">
            <a:extLst>
              <a:ext uri="{FF2B5EF4-FFF2-40B4-BE49-F238E27FC236}">
                <a16:creationId xmlns:a16="http://schemas.microsoft.com/office/drawing/2014/main" id="{95AA3B62-A2D9-7840-8147-98983D1BB443}"/>
              </a:ext>
            </a:extLst>
          </p:cNvPr>
          <p:cNvPicPr>
            <a:picLocks noChangeAspect="1"/>
          </p:cNvPicPr>
          <p:nvPr/>
        </p:nvPicPr>
        <p:blipFill>
          <a:blip r:embed="rId3"/>
          <a:stretch>
            <a:fillRect/>
          </a:stretch>
        </p:blipFill>
        <p:spPr>
          <a:xfrm>
            <a:off x="9881735" y="95476"/>
            <a:ext cx="828676" cy="988334"/>
          </a:xfrm>
          <a:prstGeom prst="rect">
            <a:avLst/>
          </a:prstGeom>
        </p:spPr>
      </p:pic>
      <p:sp>
        <p:nvSpPr>
          <p:cNvPr id="3" name="Tekstvak 2">
            <a:extLst>
              <a:ext uri="{FF2B5EF4-FFF2-40B4-BE49-F238E27FC236}">
                <a16:creationId xmlns:a16="http://schemas.microsoft.com/office/drawing/2014/main" id="{087947EB-3870-3C0E-CCBB-54719916FE76}"/>
              </a:ext>
            </a:extLst>
          </p:cNvPr>
          <p:cNvSpPr txBox="1"/>
          <p:nvPr/>
        </p:nvSpPr>
        <p:spPr>
          <a:xfrm>
            <a:off x="2327859" y="2732172"/>
            <a:ext cx="8294531" cy="175432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buFont typeface="Arial"/>
              <a:buChar char="•"/>
            </a:pPr>
            <a:r>
              <a:rPr lang="nl-NL">
                <a:ea typeface="+mn-lt"/>
                <a:cs typeface="+mn-lt"/>
              </a:rPr>
              <a:t>De </a:t>
            </a:r>
            <a:r>
              <a:rPr lang="nl-NL">
                <a:latin typeface="Consolas"/>
                <a:ea typeface="+mn-lt"/>
                <a:cs typeface="+mn-lt"/>
              </a:rPr>
              <a:t>jumbled_noise</a:t>
            </a:r>
            <a:r>
              <a:rPr lang="nl-NL">
                <a:ea typeface="+mn-lt"/>
                <a:cs typeface="+mn-lt"/>
              </a:rPr>
              <a:t> kolommen waren een 1-op-1 kopie van </a:t>
            </a:r>
            <a:r>
              <a:rPr lang="nl-NL">
                <a:latin typeface="Consolas"/>
                <a:ea typeface="+mn-lt"/>
                <a:cs typeface="+mn-lt"/>
              </a:rPr>
              <a:t>cap-shape</a:t>
            </a:r>
            <a:r>
              <a:rPr lang="nl-NL">
                <a:ea typeface="+mn-lt"/>
                <a:cs typeface="+mn-lt"/>
              </a:rPr>
              <a:t>.</a:t>
            </a:r>
          </a:p>
          <a:p>
            <a:pPr>
              <a:buFont typeface="Arial"/>
              <a:buChar char="•"/>
            </a:pPr>
            <a:r>
              <a:rPr lang="nl-NL">
                <a:ea typeface="+mn-lt"/>
                <a:cs typeface="+mn-lt"/>
              </a:rPr>
              <a:t>Gevaar voor </a:t>
            </a:r>
            <a:r>
              <a:rPr lang="nl-NL" i="1">
                <a:ea typeface="+mn-lt"/>
                <a:cs typeface="+mn-lt"/>
              </a:rPr>
              <a:t>Multicollineariteit</a:t>
            </a:r>
            <a:r>
              <a:rPr lang="nl-NL">
                <a:ea typeface="+mn-lt"/>
                <a:cs typeface="+mn-lt"/>
              </a:rPr>
              <a:t>.</a:t>
            </a:r>
            <a:endParaRPr lang="nl-NL"/>
          </a:p>
          <a:p>
            <a:pPr>
              <a:buFont typeface="Arial"/>
              <a:buChar char="•"/>
            </a:pPr>
            <a:endParaRPr lang="nl-NL" dirty="0">
              <a:ea typeface="Calibri"/>
              <a:cs typeface="Calibri"/>
            </a:endParaRPr>
          </a:p>
          <a:p>
            <a:pPr>
              <a:buFont typeface="Arial"/>
              <a:buChar char="•"/>
            </a:pPr>
            <a:endParaRPr lang="nl-NL" dirty="0">
              <a:ea typeface="Calibri"/>
              <a:cs typeface="Calibri"/>
            </a:endParaRPr>
          </a:p>
          <a:p>
            <a:pPr>
              <a:buFont typeface="Arial"/>
              <a:buChar char="•"/>
            </a:pPr>
            <a:endParaRPr lang="nl-NL" dirty="0">
              <a:ea typeface="Calibri"/>
              <a:cs typeface="Calibri"/>
            </a:endParaRPr>
          </a:p>
          <a:p>
            <a:pPr>
              <a:buFont typeface="Arial"/>
              <a:buChar char="•"/>
            </a:pPr>
            <a:endParaRPr lang="nl-NL" dirty="0">
              <a:ea typeface="Calibri"/>
              <a:cs typeface="Calibri"/>
            </a:endParaRPr>
          </a:p>
        </p:txBody>
      </p:sp>
    </p:spTree>
    <p:extLst>
      <p:ext uri="{BB962C8B-B14F-4D97-AF65-F5344CB8AC3E}">
        <p14:creationId xmlns:p14="http://schemas.microsoft.com/office/powerpoint/2010/main" val="18288683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92F3AF-D4DD-FB02-A1DB-2074886B4996}"/>
              </a:ext>
            </a:extLst>
          </p:cNvPr>
          <p:cNvSpPr>
            <a:spLocks noGrp="1"/>
          </p:cNvSpPr>
          <p:nvPr>
            <p:ph type="title"/>
          </p:nvPr>
        </p:nvSpPr>
        <p:spPr/>
        <p:txBody>
          <a:bodyPr anchor="ctr">
            <a:normAutofit/>
          </a:bodyPr>
          <a:lstStyle/>
          <a:p>
            <a:r>
              <a:rPr lang="en-US"/>
              <a:t>Scrubbing </a:t>
            </a:r>
            <a:endParaRPr lang="en-US" dirty="0"/>
          </a:p>
        </p:txBody>
      </p:sp>
      <p:sp>
        <p:nvSpPr>
          <p:cNvPr id="3" name="Content Placeholder 2">
            <a:extLst>
              <a:ext uri="{FF2B5EF4-FFF2-40B4-BE49-F238E27FC236}">
                <a16:creationId xmlns:a16="http://schemas.microsoft.com/office/drawing/2014/main" id="{606BA304-0EC7-08B5-A5B5-C044B44F66F2}"/>
              </a:ext>
            </a:extLst>
          </p:cNvPr>
          <p:cNvSpPr>
            <a:spLocks noGrp="1"/>
          </p:cNvSpPr>
          <p:nvPr>
            <p:ph idx="1"/>
          </p:nvPr>
        </p:nvSpPr>
        <p:spPr>
          <a:xfrm>
            <a:off x="3824494" y="2518727"/>
            <a:ext cx="8561388" cy="4458817"/>
          </a:xfrm>
        </p:spPr>
        <p:txBody>
          <a:bodyPr vert="horz" lIns="91440" tIns="45720" rIns="91440" bIns="45720" rtlCol="0" anchor="t">
            <a:normAutofit/>
          </a:bodyPr>
          <a:lstStyle/>
          <a:p>
            <a:pPr marL="456565" indent="-456565"/>
            <a:r>
              <a:rPr lang="nl-BE" sz="2800">
                <a:ea typeface="+mn-lt"/>
                <a:cs typeface="+mn-lt"/>
              </a:rPr>
              <a:t>Ruis-kolommen (</a:t>
            </a:r>
            <a:r>
              <a:rPr lang="nl-BE" sz="2800">
                <a:latin typeface="Consolas"/>
              </a:rPr>
              <a:t>spore-print-color</a:t>
            </a:r>
            <a:r>
              <a:rPr lang="nl-BE" sz="2800">
                <a:ea typeface="+mn-lt"/>
                <a:cs typeface="+mn-lt"/>
              </a:rPr>
              <a:t>, </a:t>
            </a:r>
            <a:r>
              <a:rPr lang="nl-BE" sz="2800">
                <a:latin typeface="Consolas"/>
              </a:rPr>
              <a:t>jumbled_noise</a:t>
            </a:r>
            <a:r>
              <a:rPr lang="nl-BE" sz="2800">
                <a:ea typeface="+mn-lt"/>
                <a:cs typeface="+mn-lt"/>
              </a:rPr>
              <a:t>) volledig gedropt.</a:t>
            </a:r>
            <a:endParaRPr lang="nl-BE" sz="2800"/>
          </a:p>
          <a:p>
            <a:pPr marL="456565" indent="-456565"/>
            <a:r>
              <a:rPr lang="nl-BE" sz="2800">
                <a:ea typeface="+mn-lt"/>
                <a:cs typeface="+mn-lt"/>
              </a:rPr>
              <a:t>Numerieke missing values gevuld met het gemiddelde.</a:t>
            </a:r>
            <a:endParaRPr lang="nl-BE"/>
          </a:p>
          <a:p>
            <a:pPr marL="456565" indent="-456565"/>
            <a:r>
              <a:rPr lang="nl-BE" sz="2800">
                <a:ea typeface="+mn-lt"/>
                <a:cs typeface="+mn-lt"/>
              </a:rPr>
              <a:t>Categorische missing values gecodeerd als 'Unknown'.</a:t>
            </a:r>
            <a:endParaRPr lang="nl-BE"/>
          </a:p>
          <a:p>
            <a:pPr marL="456565" indent="-456565"/>
            <a:endParaRPr lang="nl-BE" sz="2800" dirty="0">
              <a:ea typeface="Calibri"/>
              <a:cs typeface="Calibri"/>
            </a:endParaRPr>
          </a:p>
        </p:txBody>
      </p:sp>
      <p:pic>
        <p:nvPicPr>
          <p:cNvPr id="5" name="Afbeelding 4" descr="Afbeelding met schimmel, paddenstoel, Eetbare paddenstoel, Basidiomyceten&#10;&#10;Door AI gegenereerde inhoud is mogelijk onjuist.">
            <a:extLst>
              <a:ext uri="{FF2B5EF4-FFF2-40B4-BE49-F238E27FC236}">
                <a16:creationId xmlns:a16="http://schemas.microsoft.com/office/drawing/2014/main" id="{FA6AB92F-09D5-B710-9822-FC202E99F17B}"/>
              </a:ext>
            </a:extLst>
          </p:cNvPr>
          <p:cNvPicPr>
            <a:picLocks noChangeAspect="1"/>
          </p:cNvPicPr>
          <p:nvPr/>
        </p:nvPicPr>
        <p:blipFill>
          <a:blip r:embed="rId3"/>
          <a:stretch>
            <a:fillRect/>
          </a:stretch>
        </p:blipFill>
        <p:spPr>
          <a:xfrm>
            <a:off x="5890306" y="612547"/>
            <a:ext cx="828676" cy="988334"/>
          </a:xfrm>
          <a:prstGeom prst="rect">
            <a:avLst/>
          </a:prstGeom>
        </p:spPr>
      </p:pic>
    </p:spTree>
    <p:extLst>
      <p:ext uri="{BB962C8B-B14F-4D97-AF65-F5344CB8AC3E}">
        <p14:creationId xmlns:p14="http://schemas.microsoft.com/office/powerpoint/2010/main" val="14663452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E98656D1-5165-5A8A-65FF-B26E691584BC}"/>
              </a:ext>
            </a:extLst>
          </p:cNvPr>
          <p:cNvSpPr>
            <a:spLocks noGrp="1"/>
          </p:cNvSpPr>
          <p:nvPr>
            <p:ph type="title"/>
          </p:nvPr>
        </p:nvSpPr>
        <p:spPr/>
        <p:txBody>
          <a:bodyPr/>
          <a:lstStyle/>
          <a:p>
            <a:r>
              <a:rPr lang="en-US" dirty="0"/>
              <a:t>Feature Engineering</a:t>
            </a:r>
          </a:p>
        </p:txBody>
      </p:sp>
      <p:pic>
        <p:nvPicPr>
          <p:cNvPr id="7" name="Afbeelding 6" descr="Afbeelding met schimmel, paddenstoel, Eetbare paddenstoel, Basidiomyceten&#10;&#10;Door AI gegenereerde inhoud is mogelijk onjuist.">
            <a:extLst>
              <a:ext uri="{FF2B5EF4-FFF2-40B4-BE49-F238E27FC236}">
                <a16:creationId xmlns:a16="http://schemas.microsoft.com/office/drawing/2014/main" id="{B2875EBC-19B5-28F1-8124-97F8ADB86417}"/>
              </a:ext>
            </a:extLst>
          </p:cNvPr>
          <p:cNvPicPr>
            <a:picLocks noChangeAspect="1"/>
          </p:cNvPicPr>
          <p:nvPr/>
        </p:nvPicPr>
        <p:blipFill>
          <a:blip r:embed="rId3"/>
          <a:stretch>
            <a:fillRect/>
          </a:stretch>
        </p:blipFill>
        <p:spPr>
          <a:xfrm>
            <a:off x="8303306" y="648833"/>
            <a:ext cx="828676" cy="988334"/>
          </a:xfrm>
          <a:prstGeom prst="rect">
            <a:avLst/>
          </a:prstGeom>
        </p:spPr>
      </p:pic>
      <p:sp>
        <p:nvSpPr>
          <p:cNvPr id="10" name="Tekstvak 9">
            <a:extLst>
              <a:ext uri="{FF2B5EF4-FFF2-40B4-BE49-F238E27FC236}">
                <a16:creationId xmlns:a16="http://schemas.microsoft.com/office/drawing/2014/main" id="{6FDA4286-5332-783B-EFC3-A8541B07AA46}"/>
              </a:ext>
            </a:extLst>
          </p:cNvPr>
          <p:cNvSpPr txBox="1"/>
          <p:nvPr/>
        </p:nvSpPr>
        <p:spPr>
          <a:xfrm>
            <a:off x="3316645" y="2097172"/>
            <a:ext cx="8294531"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buFont typeface="Arial"/>
              <a:buChar char="•"/>
            </a:pPr>
            <a:r>
              <a:rPr lang="nl-NL" i="1">
                <a:solidFill>
                  <a:schemeClr val="bg1"/>
                </a:solidFill>
                <a:ea typeface="+mn-lt"/>
                <a:cs typeface="+mn-lt"/>
              </a:rPr>
              <a:t>Interaction Feature:</a:t>
            </a:r>
            <a:r>
              <a:rPr lang="nl-NL" dirty="0">
                <a:solidFill>
                  <a:schemeClr val="bg1"/>
                </a:solidFill>
                <a:ea typeface="+mn-lt"/>
                <a:cs typeface="+mn-lt"/>
              </a:rPr>
              <a:t> </a:t>
            </a:r>
            <a:r>
              <a:rPr lang="nl-NL">
                <a:solidFill>
                  <a:schemeClr val="bg1"/>
                </a:solidFill>
                <a:latin typeface="Consolas"/>
                <a:ea typeface="+mn-lt"/>
                <a:cs typeface="+mn-lt"/>
              </a:rPr>
              <a:t>stem-volume</a:t>
            </a:r>
            <a:r>
              <a:rPr lang="nl-NL">
                <a:solidFill>
                  <a:schemeClr val="bg1"/>
                </a:solidFill>
                <a:ea typeface="+mn-lt"/>
                <a:cs typeface="+mn-lt"/>
              </a:rPr>
              <a:t> (hoogte × breedte).</a:t>
            </a:r>
          </a:p>
          <a:p>
            <a:pPr>
              <a:buFont typeface="Arial"/>
              <a:buChar char="•"/>
            </a:pPr>
            <a:r>
              <a:rPr lang="nl-NL" i="1">
                <a:solidFill>
                  <a:schemeClr val="bg1"/>
                </a:solidFill>
                <a:ea typeface="+mn-lt"/>
                <a:cs typeface="+mn-lt"/>
              </a:rPr>
              <a:t>Polynomial Feature:</a:t>
            </a:r>
            <a:r>
              <a:rPr lang="nl-NL" dirty="0">
                <a:solidFill>
                  <a:schemeClr val="bg1"/>
                </a:solidFill>
                <a:ea typeface="+mn-lt"/>
                <a:cs typeface="+mn-lt"/>
              </a:rPr>
              <a:t> </a:t>
            </a:r>
            <a:r>
              <a:rPr lang="nl-NL">
                <a:solidFill>
                  <a:schemeClr val="bg1"/>
                </a:solidFill>
                <a:latin typeface="Consolas"/>
                <a:ea typeface="+mn-lt"/>
                <a:cs typeface="+mn-lt"/>
              </a:rPr>
              <a:t>cap-diameter-sq</a:t>
            </a:r>
            <a:r>
              <a:rPr lang="nl-NL">
                <a:solidFill>
                  <a:schemeClr val="bg1"/>
                </a:solidFill>
                <a:ea typeface="+mn-lt"/>
                <a:cs typeface="+mn-lt"/>
              </a:rPr>
              <a:t> (hoed diameter in kwadraat).</a:t>
            </a:r>
            <a:endParaRPr lang="nl-NL">
              <a:solidFill>
                <a:schemeClr val="bg1"/>
              </a:solidFill>
            </a:endParaRPr>
          </a:p>
          <a:p>
            <a:pPr>
              <a:buFont typeface="Arial"/>
              <a:buChar char="•"/>
            </a:pPr>
            <a:r>
              <a:rPr lang="nl-NL" i="1">
                <a:solidFill>
                  <a:schemeClr val="bg1"/>
                </a:solidFill>
                <a:ea typeface="+mn-lt"/>
                <a:cs typeface="+mn-lt"/>
              </a:rPr>
              <a:t>Encoding:</a:t>
            </a:r>
            <a:r>
              <a:rPr lang="nl-NL">
                <a:solidFill>
                  <a:schemeClr val="bg1"/>
                </a:solidFill>
                <a:ea typeface="+mn-lt"/>
                <a:cs typeface="+mn-lt"/>
              </a:rPr>
              <a:t> One-Hot Encoding in plaats van Label Encoding.</a:t>
            </a:r>
            <a:endParaRPr lang="nl-NL"/>
          </a:p>
          <a:p>
            <a:pPr>
              <a:buFont typeface="Arial"/>
              <a:buChar char="•"/>
            </a:pPr>
            <a:endParaRPr lang="nl-NL" b="1" dirty="0">
              <a:solidFill>
                <a:schemeClr val="bg1"/>
              </a:solidFill>
              <a:ea typeface="+mn-lt"/>
              <a:cs typeface="+mn-lt"/>
            </a:endParaRPr>
          </a:p>
          <a:p>
            <a:pPr>
              <a:buFont typeface="Arial"/>
              <a:buChar char="•"/>
            </a:pPr>
            <a:endParaRPr lang="nl-NL" dirty="0">
              <a:solidFill>
                <a:schemeClr val="bg1"/>
              </a:solidFill>
              <a:ea typeface="Calibri"/>
              <a:cs typeface="Calibri"/>
            </a:endParaRPr>
          </a:p>
        </p:txBody>
      </p:sp>
    </p:spTree>
    <p:extLst>
      <p:ext uri="{BB962C8B-B14F-4D97-AF65-F5344CB8AC3E}">
        <p14:creationId xmlns:p14="http://schemas.microsoft.com/office/powerpoint/2010/main" val="8295527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978AD47-BC1C-318E-20B0-BF4FFFCC0233}"/>
              </a:ext>
            </a:extLst>
          </p:cNvPr>
          <p:cNvSpPr>
            <a:spLocks noGrp="1"/>
          </p:cNvSpPr>
          <p:nvPr>
            <p:ph sz="half" idx="2"/>
          </p:nvPr>
        </p:nvSpPr>
        <p:spPr>
          <a:xfrm>
            <a:off x="272995" y="3365011"/>
            <a:ext cx="6102756" cy="3035059"/>
          </a:xfrm>
        </p:spPr>
        <p:txBody>
          <a:bodyPr vert="horz" lIns="91440" tIns="45720" rIns="91440" bIns="45720" rtlCol="0" anchor="t">
            <a:normAutofit/>
          </a:bodyPr>
          <a:lstStyle/>
          <a:p>
            <a:pPr marL="456565" indent="-456565" algn="l"/>
            <a:r>
              <a:rPr lang="en-US" sz="2800" dirty="0">
                <a:ea typeface="+mn-lt"/>
                <a:cs typeface="+mn-lt"/>
              </a:rPr>
              <a:t>Train/Test Split (80/20) met </a:t>
            </a:r>
            <a:r>
              <a:rPr lang="en-US" sz="2800" dirty="0" err="1">
                <a:ea typeface="+mn-lt"/>
                <a:cs typeface="+mn-lt"/>
              </a:rPr>
              <a:t>stratificatie</a:t>
            </a:r>
            <a:r>
              <a:rPr lang="en-US" sz="2800" dirty="0">
                <a:ea typeface="+mn-lt"/>
                <a:cs typeface="+mn-lt"/>
              </a:rPr>
              <a:t>.</a:t>
            </a:r>
            <a:endParaRPr lang="nl-NL" sz="2800" dirty="0">
              <a:ea typeface="Calibri"/>
              <a:cs typeface="Calibri"/>
            </a:endParaRPr>
          </a:p>
          <a:p>
            <a:pPr marL="456565" indent="-456565" algn="l"/>
            <a:r>
              <a:rPr lang="en-US" sz="2800" b="1" dirty="0">
                <a:ea typeface="+mn-lt"/>
                <a:cs typeface="+mn-lt"/>
              </a:rPr>
              <a:t>PCA (Principal Component Analysis):</a:t>
            </a:r>
            <a:r>
              <a:rPr lang="en-US" sz="2800" dirty="0">
                <a:ea typeface="+mn-lt"/>
                <a:cs typeface="+mn-lt"/>
              </a:rPr>
              <a:t> </a:t>
            </a:r>
            <a:r>
              <a:rPr lang="en-US" sz="2800" dirty="0" err="1">
                <a:ea typeface="+mn-lt"/>
                <a:cs typeface="+mn-lt"/>
              </a:rPr>
              <a:t>Visuele</a:t>
            </a:r>
            <a:r>
              <a:rPr lang="en-US" sz="2800" dirty="0">
                <a:ea typeface="+mn-lt"/>
                <a:cs typeface="+mn-lt"/>
              </a:rPr>
              <a:t> </a:t>
            </a:r>
            <a:r>
              <a:rPr lang="en-US" sz="2800" dirty="0" err="1">
                <a:ea typeface="+mn-lt"/>
                <a:cs typeface="+mn-lt"/>
              </a:rPr>
              <a:t>bevestiging</a:t>
            </a:r>
            <a:r>
              <a:rPr lang="en-US" sz="2800" dirty="0">
                <a:ea typeface="+mn-lt"/>
                <a:cs typeface="+mn-lt"/>
              </a:rPr>
              <a:t> van clusters.</a:t>
            </a:r>
            <a:endParaRPr lang="en-US" dirty="0"/>
          </a:p>
          <a:p>
            <a:pPr marL="456565" indent="-456565" algn="l"/>
            <a:endParaRPr lang="en-US" sz="2800" dirty="0">
              <a:ea typeface="Calibri"/>
              <a:cs typeface="Calibri"/>
            </a:endParaRPr>
          </a:p>
        </p:txBody>
      </p:sp>
      <p:pic>
        <p:nvPicPr>
          <p:cNvPr id="4" name="Picture 3" descr="forest GIF">
            <a:extLst>
              <a:ext uri="{FF2B5EF4-FFF2-40B4-BE49-F238E27FC236}">
                <a16:creationId xmlns:a16="http://schemas.microsoft.com/office/drawing/2014/main" id="{DCDD9573-DFF8-4615-BC0F-B2871BACBF93}"/>
              </a:ext>
            </a:extLst>
          </p:cNvPr>
          <p:cNvPicPr>
            <a:picLocks noChangeAspect="1"/>
          </p:cNvPicPr>
          <p:nvPr/>
        </p:nvPicPr>
        <p:blipFill>
          <a:blip r:embed="rId3"/>
          <a:stretch>
            <a:fillRect/>
          </a:stretch>
        </p:blipFill>
        <p:spPr>
          <a:xfrm>
            <a:off x="6375751" y="2843385"/>
            <a:ext cx="4552589" cy="3035059"/>
          </a:xfrm>
          <a:prstGeom prst="rect">
            <a:avLst/>
          </a:prstGeom>
        </p:spPr>
      </p:pic>
      <p:sp>
        <p:nvSpPr>
          <p:cNvPr id="12" name="Title 1">
            <a:extLst>
              <a:ext uri="{FF2B5EF4-FFF2-40B4-BE49-F238E27FC236}">
                <a16:creationId xmlns:a16="http://schemas.microsoft.com/office/drawing/2014/main" id="{C837C5C6-D50B-D484-8B6B-6335794223DF}"/>
              </a:ext>
            </a:extLst>
          </p:cNvPr>
          <p:cNvSpPr>
            <a:spLocks noGrp="1"/>
          </p:cNvSpPr>
          <p:nvPr>
            <p:ph type="title"/>
          </p:nvPr>
        </p:nvSpPr>
        <p:spPr>
          <a:xfrm>
            <a:off x="1142196" y="358144"/>
            <a:ext cx="10769195" cy="1203813"/>
          </a:xfrm>
        </p:spPr>
        <p:txBody>
          <a:bodyPr anchor="ctr">
            <a:normAutofit fontScale="90000"/>
          </a:bodyPr>
          <a:lstStyle/>
          <a:p>
            <a:br>
              <a:rPr lang="en-US" dirty="0"/>
            </a:br>
            <a:r>
              <a:rPr lang="en-US" dirty="0"/>
              <a:t>Model </a:t>
            </a:r>
            <a:r>
              <a:rPr lang="en-US" dirty="0" err="1"/>
              <a:t>Klaarmaken</a:t>
            </a:r>
            <a:endParaRPr lang="en-US" dirty="0" err="1">
              <a:ea typeface="Calibri"/>
              <a:cs typeface="Calibri"/>
            </a:endParaRPr>
          </a:p>
        </p:txBody>
      </p:sp>
      <p:pic>
        <p:nvPicPr>
          <p:cNvPr id="14" name="Afbeelding 13" descr="Afbeelding met schimmel, paddenstoel, Eetbare paddenstoel, Basidiomyceten&#10;&#10;Door AI gegenereerde inhoud is mogelijk onjuist.">
            <a:extLst>
              <a:ext uri="{FF2B5EF4-FFF2-40B4-BE49-F238E27FC236}">
                <a16:creationId xmlns:a16="http://schemas.microsoft.com/office/drawing/2014/main" id="{23A2B032-1DF4-4BF5-0A55-F672A16A0992}"/>
              </a:ext>
            </a:extLst>
          </p:cNvPr>
          <p:cNvPicPr>
            <a:picLocks noChangeAspect="1"/>
          </p:cNvPicPr>
          <p:nvPr/>
        </p:nvPicPr>
        <p:blipFill>
          <a:blip r:embed="rId4"/>
          <a:stretch>
            <a:fillRect/>
          </a:stretch>
        </p:blipFill>
        <p:spPr>
          <a:xfrm>
            <a:off x="11079164" y="104547"/>
            <a:ext cx="828676" cy="988334"/>
          </a:xfrm>
          <a:prstGeom prst="rect">
            <a:avLst/>
          </a:prstGeom>
        </p:spPr>
      </p:pic>
    </p:spTree>
    <p:extLst>
      <p:ext uri="{BB962C8B-B14F-4D97-AF65-F5344CB8AC3E}">
        <p14:creationId xmlns:p14="http://schemas.microsoft.com/office/powerpoint/2010/main" val="32497479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08E34A8-F030-5417-3CD3-038FEE09DFA5}"/>
              </a:ext>
            </a:extLst>
          </p:cNvPr>
          <p:cNvSpPr txBox="1"/>
          <p:nvPr/>
        </p:nvSpPr>
        <p:spPr>
          <a:xfrm>
            <a:off x="3994287" y="5105046"/>
            <a:ext cx="4200355" cy="1754326"/>
          </a:xfrm>
          <a:prstGeom prst="rect">
            <a:avLst/>
          </a:prstGeom>
          <a:noFill/>
        </p:spPr>
        <p:txBody>
          <a:bodyPr wrap="square" lIns="91440" tIns="45720" rIns="91440" bIns="45720" rtlCol="0" anchor="t">
            <a:spAutoFit/>
          </a:bodyPr>
          <a:lstStyle/>
          <a:p>
            <a:endParaRPr lang="nl-BE" dirty="0"/>
          </a:p>
          <a:p>
            <a:r>
              <a:rPr lang="en-US" dirty="0"/>
              <a:t>MODEL VERGELIJKINGEN SCREENSHOT</a:t>
            </a:r>
          </a:p>
          <a:p>
            <a:endParaRPr lang="en-US" dirty="0"/>
          </a:p>
          <a:p>
            <a:endParaRPr lang="en-US" dirty="0"/>
          </a:p>
          <a:p>
            <a:endParaRPr lang="en-US" dirty="0"/>
          </a:p>
          <a:p>
            <a:endParaRPr lang="en-US" dirty="0"/>
          </a:p>
        </p:txBody>
      </p:sp>
      <p:sp>
        <p:nvSpPr>
          <p:cNvPr id="7" name="Title 1">
            <a:extLst>
              <a:ext uri="{FF2B5EF4-FFF2-40B4-BE49-F238E27FC236}">
                <a16:creationId xmlns:a16="http://schemas.microsoft.com/office/drawing/2014/main" id="{1335C75B-D919-C7A6-154F-FE5F9D8AA40F}"/>
              </a:ext>
            </a:extLst>
          </p:cNvPr>
          <p:cNvSpPr>
            <a:spLocks noGrp="1"/>
          </p:cNvSpPr>
          <p:nvPr>
            <p:ph type="title"/>
          </p:nvPr>
        </p:nvSpPr>
        <p:spPr>
          <a:xfrm>
            <a:off x="1142196" y="358144"/>
            <a:ext cx="10769195" cy="1203813"/>
          </a:xfrm>
        </p:spPr>
        <p:txBody>
          <a:bodyPr anchor="ctr">
            <a:normAutofit fontScale="90000"/>
          </a:bodyPr>
          <a:lstStyle/>
          <a:p>
            <a:br>
              <a:rPr lang="en-US" dirty="0"/>
            </a:br>
            <a:r>
              <a:rPr lang="en-US" dirty="0"/>
              <a:t>Model </a:t>
            </a:r>
            <a:r>
              <a:rPr lang="en-US" dirty="0" err="1"/>
              <a:t>Vergelijking</a:t>
            </a:r>
            <a:endParaRPr lang="en-US" dirty="0" err="1">
              <a:ea typeface="Calibri"/>
              <a:cs typeface="Calibri"/>
            </a:endParaRPr>
          </a:p>
        </p:txBody>
      </p:sp>
      <p:pic>
        <p:nvPicPr>
          <p:cNvPr id="9" name="Afbeelding 8" descr="Afbeelding met schimmel, paddenstoel, Eetbare paddenstoel, Basidiomyceten&#10;&#10;Door AI gegenereerde inhoud is mogelijk onjuist.">
            <a:extLst>
              <a:ext uri="{FF2B5EF4-FFF2-40B4-BE49-F238E27FC236}">
                <a16:creationId xmlns:a16="http://schemas.microsoft.com/office/drawing/2014/main" id="{A70F2CE0-3E24-F929-D1F9-391AD98F5BD5}"/>
              </a:ext>
            </a:extLst>
          </p:cNvPr>
          <p:cNvPicPr>
            <a:picLocks noChangeAspect="1"/>
          </p:cNvPicPr>
          <p:nvPr/>
        </p:nvPicPr>
        <p:blipFill>
          <a:blip r:embed="rId3"/>
          <a:stretch>
            <a:fillRect/>
          </a:stretch>
        </p:blipFill>
        <p:spPr>
          <a:xfrm>
            <a:off x="11079164" y="104547"/>
            <a:ext cx="828676" cy="988334"/>
          </a:xfrm>
          <a:prstGeom prst="rect">
            <a:avLst/>
          </a:prstGeom>
        </p:spPr>
      </p:pic>
      <p:sp>
        <p:nvSpPr>
          <p:cNvPr id="4" name="Tekstvak 3">
            <a:extLst>
              <a:ext uri="{FF2B5EF4-FFF2-40B4-BE49-F238E27FC236}">
                <a16:creationId xmlns:a16="http://schemas.microsoft.com/office/drawing/2014/main" id="{35C72008-7150-F261-3641-C1ECB91F5DA2}"/>
              </a:ext>
            </a:extLst>
          </p:cNvPr>
          <p:cNvSpPr txBox="1"/>
          <p:nvPr/>
        </p:nvSpPr>
        <p:spPr>
          <a:xfrm>
            <a:off x="2227007" y="3191613"/>
            <a:ext cx="8597090"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buFont typeface="Arial"/>
              <a:buChar char="•"/>
            </a:pPr>
            <a:r>
              <a:rPr lang="nl-NL">
                <a:ea typeface="+mn-lt"/>
                <a:cs typeface="+mn-lt"/>
              </a:rPr>
              <a:t>AutoML (Microsoft FLAML) ingezet als benchmark.</a:t>
            </a:r>
            <a:endParaRPr lang="nl-NL" dirty="0">
              <a:ea typeface="+mn-lt"/>
              <a:cs typeface="+mn-lt"/>
            </a:endParaRPr>
          </a:p>
          <a:p>
            <a:pPr>
              <a:buFont typeface="Arial"/>
              <a:buChar char="•"/>
            </a:pPr>
            <a:r>
              <a:rPr lang="nl-NL">
                <a:ea typeface="+mn-lt"/>
                <a:cs typeface="+mn-lt"/>
              </a:rPr>
              <a:t>Verschillende architecturen getest: Logistic Regression, Random Forest, XGBoost.</a:t>
            </a:r>
          </a:p>
          <a:p>
            <a:pPr>
              <a:buFont typeface="Arial"/>
              <a:buChar char="•"/>
            </a:pPr>
            <a:endParaRPr lang="nl-NL" dirty="0">
              <a:ea typeface="Calibri"/>
              <a:cs typeface="Calibri"/>
            </a:endParaRPr>
          </a:p>
        </p:txBody>
      </p:sp>
    </p:spTree>
    <p:extLst>
      <p:ext uri="{BB962C8B-B14F-4D97-AF65-F5344CB8AC3E}">
        <p14:creationId xmlns:p14="http://schemas.microsoft.com/office/powerpoint/2010/main" val="40100308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ABE6D-435B-A180-2977-4C70882B611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B72B2E0-CAD4-0C8F-6FDF-2A237C8CBEE0}"/>
              </a:ext>
            </a:extLst>
          </p:cNvPr>
          <p:cNvSpPr txBox="1"/>
          <p:nvPr/>
        </p:nvSpPr>
        <p:spPr>
          <a:xfrm>
            <a:off x="3936122" y="4895870"/>
            <a:ext cx="7136296" cy="1754326"/>
          </a:xfrm>
          <a:prstGeom prst="rect">
            <a:avLst/>
          </a:prstGeom>
          <a:noFill/>
        </p:spPr>
        <p:txBody>
          <a:bodyPr wrap="square" lIns="91440" tIns="45720" rIns="91440" bIns="45720" rtlCol="0" anchor="t">
            <a:spAutoFit/>
          </a:bodyPr>
          <a:lstStyle/>
          <a:p>
            <a:endParaRPr lang="nl-BE" dirty="0"/>
          </a:p>
          <a:p>
            <a:endParaRPr lang="en-US" dirty="0"/>
          </a:p>
          <a:p>
            <a:endParaRPr lang="en-US" dirty="0"/>
          </a:p>
          <a:p>
            <a:endParaRPr lang="en-US" dirty="0"/>
          </a:p>
          <a:p>
            <a:endParaRPr lang="en-US" dirty="0">
              <a:ea typeface="Calibri"/>
              <a:cs typeface="Calibri"/>
            </a:endParaRPr>
          </a:p>
          <a:p>
            <a:r>
              <a:rPr lang="en-US" dirty="0">
                <a:ea typeface="Calibri"/>
                <a:cs typeface="Calibri"/>
              </a:rPr>
              <a:t>KEUZE MODEL SCREENSHOT</a:t>
            </a:r>
            <a:endParaRPr lang="en-US"/>
          </a:p>
        </p:txBody>
      </p:sp>
      <p:sp>
        <p:nvSpPr>
          <p:cNvPr id="7" name="Title 1">
            <a:extLst>
              <a:ext uri="{FF2B5EF4-FFF2-40B4-BE49-F238E27FC236}">
                <a16:creationId xmlns:a16="http://schemas.microsoft.com/office/drawing/2014/main" id="{7D558D0E-A2DD-7D4D-3954-6A40B4C51881}"/>
              </a:ext>
            </a:extLst>
          </p:cNvPr>
          <p:cNvSpPr>
            <a:spLocks noGrp="1"/>
          </p:cNvSpPr>
          <p:nvPr>
            <p:ph type="title"/>
          </p:nvPr>
        </p:nvSpPr>
        <p:spPr>
          <a:xfrm>
            <a:off x="1142196" y="358144"/>
            <a:ext cx="10769195" cy="1203813"/>
          </a:xfrm>
        </p:spPr>
        <p:txBody>
          <a:bodyPr anchor="ctr">
            <a:normAutofit fontScale="90000"/>
          </a:bodyPr>
          <a:lstStyle/>
          <a:p>
            <a:br>
              <a:rPr lang="en-US" dirty="0"/>
            </a:br>
            <a:r>
              <a:rPr lang="en-US" dirty="0"/>
              <a:t>Model </a:t>
            </a:r>
            <a:r>
              <a:rPr lang="en-US" dirty="0" err="1"/>
              <a:t>Keuze</a:t>
            </a:r>
            <a:endParaRPr lang="en-US" dirty="0" err="1">
              <a:ea typeface="Calibri"/>
              <a:cs typeface="Calibri"/>
            </a:endParaRPr>
          </a:p>
        </p:txBody>
      </p:sp>
      <p:pic>
        <p:nvPicPr>
          <p:cNvPr id="9" name="Afbeelding 8" descr="Afbeelding met schimmel, paddenstoel, Eetbare paddenstoel, Basidiomyceten&#10;&#10;Door AI gegenereerde inhoud is mogelijk onjuist.">
            <a:extLst>
              <a:ext uri="{FF2B5EF4-FFF2-40B4-BE49-F238E27FC236}">
                <a16:creationId xmlns:a16="http://schemas.microsoft.com/office/drawing/2014/main" id="{EB346EB4-8900-461D-4D62-0B70EA2EDB69}"/>
              </a:ext>
            </a:extLst>
          </p:cNvPr>
          <p:cNvPicPr>
            <a:picLocks noChangeAspect="1"/>
          </p:cNvPicPr>
          <p:nvPr/>
        </p:nvPicPr>
        <p:blipFill>
          <a:blip r:embed="rId3"/>
          <a:stretch>
            <a:fillRect/>
          </a:stretch>
        </p:blipFill>
        <p:spPr>
          <a:xfrm>
            <a:off x="11079164" y="104547"/>
            <a:ext cx="828676" cy="988334"/>
          </a:xfrm>
          <a:prstGeom prst="rect">
            <a:avLst/>
          </a:prstGeom>
        </p:spPr>
      </p:pic>
      <p:sp>
        <p:nvSpPr>
          <p:cNvPr id="2" name="Tekstvak 1">
            <a:extLst>
              <a:ext uri="{FF2B5EF4-FFF2-40B4-BE49-F238E27FC236}">
                <a16:creationId xmlns:a16="http://schemas.microsoft.com/office/drawing/2014/main" id="{0F4EA8AE-B337-B9C5-3919-506B69ADB1D7}"/>
              </a:ext>
            </a:extLst>
          </p:cNvPr>
          <p:cNvSpPr txBox="1"/>
          <p:nvPr/>
        </p:nvSpPr>
        <p:spPr>
          <a:xfrm>
            <a:off x="2610970" y="3597088"/>
            <a:ext cx="8258735"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buFont typeface="Arial"/>
              <a:buChar char="•"/>
            </a:pPr>
            <a:r>
              <a:rPr lang="en-US" dirty="0" err="1">
                <a:ea typeface="+mn-lt"/>
                <a:cs typeface="+mn-lt"/>
              </a:rPr>
              <a:t>XGBoost</a:t>
            </a:r>
            <a:r>
              <a:rPr lang="en-US" dirty="0">
                <a:ea typeface="+mn-lt"/>
                <a:cs typeface="+mn-lt"/>
              </a:rPr>
              <a:t> </a:t>
            </a:r>
            <a:r>
              <a:rPr lang="en-US" dirty="0" err="1">
                <a:ea typeface="+mn-lt"/>
                <a:cs typeface="+mn-lt"/>
              </a:rPr>
              <a:t>presteerde</a:t>
            </a:r>
            <a:r>
              <a:rPr lang="en-US" dirty="0">
                <a:ea typeface="+mn-lt"/>
                <a:cs typeface="+mn-lt"/>
              </a:rPr>
              <a:t> standalone het </a:t>
            </a:r>
            <a:r>
              <a:rPr lang="en-US" dirty="0" err="1">
                <a:ea typeface="+mn-lt"/>
                <a:cs typeface="+mn-lt"/>
              </a:rPr>
              <a:t>beste</a:t>
            </a:r>
            <a:r>
              <a:rPr lang="en-US" dirty="0">
                <a:ea typeface="+mn-lt"/>
                <a:cs typeface="+mn-lt"/>
              </a:rPr>
              <a:t>.</a:t>
            </a:r>
            <a:endParaRPr lang="nl-NL" dirty="0">
              <a:ea typeface="+mn-lt"/>
              <a:cs typeface="+mn-lt"/>
            </a:endParaRPr>
          </a:p>
          <a:p>
            <a:pPr>
              <a:buFont typeface="Arial"/>
              <a:buChar char="•"/>
            </a:pPr>
            <a:r>
              <a:rPr lang="en-US" dirty="0">
                <a:ea typeface="+mn-lt"/>
                <a:cs typeface="+mn-lt"/>
              </a:rPr>
              <a:t>Een Stacking Ensemble </a:t>
            </a:r>
            <a:r>
              <a:rPr lang="en-US" dirty="0" err="1">
                <a:ea typeface="+mn-lt"/>
                <a:cs typeface="+mn-lt"/>
              </a:rPr>
              <a:t>gebouwd</a:t>
            </a:r>
            <a:r>
              <a:rPr lang="en-US" dirty="0">
                <a:ea typeface="+mn-lt"/>
                <a:cs typeface="+mn-lt"/>
              </a:rPr>
              <a:t> </a:t>
            </a:r>
            <a:r>
              <a:rPr lang="en-US" dirty="0" err="1">
                <a:ea typeface="+mn-lt"/>
                <a:cs typeface="+mn-lt"/>
              </a:rPr>
              <a:t>dat</a:t>
            </a:r>
            <a:r>
              <a:rPr lang="en-US" dirty="0">
                <a:ea typeface="+mn-lt"/>
                <a:cs typeface="+mn-lt"/>
              </a:rPr>
              <a:t> </a:t>
            </a:r>
            <a:r>
              <a:rPr lang="en-US" dirty="0" err="1">
                <a:ea typeface="+mn-lt"/>
                <a:cs typeface="+mn-lt"/>
              </a:rPr>
              <a:t>modellen</a:t>
            </a:r>
            <a:r>
              <a:rPr lang="en-US" dirty="0">
                <a:ea typeface="+mn-lt"/>
                <a:cs typeface="+mn-lt"/>
              </a:rPr>
              <a:t> </a:t>
            </a:r>
            <a:r>
              <a:rPr lang="en-US" dirty="0" err="1">
                <a:ea typeface="+mn-lt"/>
                <a:cs typeface="+mn-lt"/>
              </a:rPr>
              <a:t>combineert</a:t>
            </a:r>
            <a:r>
              <a:rPr lang="en-US" dirty="0">
                <a:ea typeface="+mn-lt"/>
                <a:cs typeface="+mn-lt"/>
              </a:rPr>
              <a:t> </a:t>
            </a:r>
            <a:r>
              <a:rPr lang="en-US" dirty="0" err="1">
                <a:ea typeface="+mn-lt"/>
                <a:cs typeface="+mn-lt"/>
              </a:rPr>
              <a:t>voor</a:t>
            </a:r>
            <a:r>
              <a:rPr lang="en-US" dirty="0">
                <a:ea typeface="+mn-lt"/>
                <a:cs typeface="+mn-lt"/>
              </a:rPr>
              <a:t> absolute </a:t>
            </a:r>
            <a:r>
              <a:rPr lang="en-US" dirty="0" err="1">
                <a:ea typeface="+mn-lt"/>
                <a:cs typeface="+mn-lt"/>
              </a:rPr>
              <a:t>zekerheid</a:t>
            </a:r>
            <a:r>
              <a:rPr lang="en-US" dirty="0">
                <a:ea typeface="+mn-lt"/>
                <a:cs typeface="+mn-lt"/>
              </a:rPr>
              <a:t>.</a:t>
            </a:r>
          </a:p>
          <a:p>
            <a:pPr>
              <a:buFont typeface=""/>
              <a:buChar char="•"/>
            </a:pPr>
            <a:endParaRPr lang="en-US" dirty="0">
              <a:ea typeface="Calibri"/>
              <a:cs typeface="Calibri"/>
            </a:endParaRPr>
          </a:p>
        </p:txBody>
      </p:sp>
    </p:spTree>
    <p:extLst>
      <p:ext uri="{BB962C8B-B14F-4D97-AF65-F5344CB8AC3E}">
        <p14:creationId xmlns:p14="http://schemas.microsoft.com/office/powerpoint/2010/main" val="22990362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5DC305-6D15-9074-C74B-959B11C317D0}"/>
              </a:ext>
            </a:extLst>
          </p:cNvPr>
          <p:cNvSpPr>
            <a:spLocks noGrp="1"/>
          </p:cNvSpPr>
          <p:nvPr>
            <p:ph type="title"/>
          </p:nvPr>
        </p:nvSpPr>
        <p:spPr>
          <a:xfrm>
            <a:off x="947724" y="456148"/>
            <a:ext cx="10994760" cy="1199787"/>
          </a:xfrm>
        </p:spPr>
        <p:txBody>
          <a:bodyPr>
            <a:normAutofit fontScale="90000"/>
          </a:bodyPr>
          <a:lstStyle/>
          <a:p>
            <a:r>
              <a:rPr lang="nl-BE" sz="4000"/>
              <a:t>Confusion Matrix</a:t>
            </a:r>
            <a:br>
              <a:rPr lang="nl-BE" sz="4000" dirty="0"/>
            </a:br>
            <a:r>
              <a:rPr lang="nl-BE" sz="4000"/>
              <a:t>Treshold Verfijnen</a:t>
            </a:r>
            <a:endParaRPr lang="en-US" sz="4000"/>
          </a:p>
        </p:txBody>
      </p:sp>
      <p:sp>
        <p:nvSpPr>
          <p:cNvPr id="8" name="TextBox 7">
            <a:extLst>
              <a:ext uri="{FF2B5EF4-FFF2-40B4-BE49-F238E27FC236}">
                <a16:creationId xmlns:a16="http://schemas.microsoft.com/office/drawing/2014/main" id="{A7AE3F44-9AB3-5862-23B1-B55B9AC304A5}"/>
              </a:ext>
            </a:extLst>
          </p:cNvPr>
          <p:cNvSpPr txBox="1"/>
          <p:nvPr/>
        </p:nvSpPr>
        <p:spPr>
          <a:xfrm>
            <a:off x="301393" y="3182478"/>
            <a:ext cx="646331" cy="2339102"/>
          </a:xfrm>
          <a:prstGeom prst="rect">
            <a:avLst/>
          </a:prstGeom>
          <a:noFill/>
        </p:spPr>
        <p:txBody>
          <a:bodyPr wrap="none" rtlCol="0">
            <a:spAutoFit/>
          </a:bodyPr>
          <a:lstStyle/>
          <a:p>
            <a:pPr marL="457200" indent="-457200">
              <a:buFont typeface="Arial" panose="020B0604020202020204" pitchFamily="34" charset="0"/>
              <a:buChar char="•"/>
            </a:pPr>
            <a:endParaRPr lang="nl-BE" sz="3200" dirty="0"/>
          </a:p>
          <a:p>
            <a:pPr marL="457200" indent="-457200">
              <a:buFont typeface="Arial" panose="020B0604020202020204" pitchFamily="34" charset="0"/>
              <a:buChar char="•"/>
            </a:pPr>
            <a:endParaRPr lang="nl-BE" sz="3200" dirty="0"/>
          </a:p>
          <a:p>
            <a:pPr marL="457200" indent="-457200">
              <a:buFont typeface="Arial" panose="020B0604020202020204" pitchFamily="34" charset="0"/>
              <a:buChar char="•"/>
            </a:pPr>
            <a:endParaRPr lang="nl-BE" sz="3200" dirty="0"/>
          </a:p>
          <a:p>
            <a:pPr marL="457200" indent="-457200">
              <a:buFont typeface="Arial" panose="020B0604020202020204" pitchFamily="34" charset="0"/>
              <a:buChar char="•"/>
            </a:pPr>
            <a:endParaRPr lang="nl-BE" sz="3200" dirty="0"/>
          </a:p>
          <a:p>
            <a:endParaRPr lang="en-US" dirty="0"/>
          </a:p>
        </p:txBody>
      </p:sp>
      <p:sp>
        <p:nvSpPr>
          <p:cNvPr id="9" name="TextBox 8">
            <a:extLst>
              <a:ext uri="{FF2B5EF4-FFF2-40B4-BE49-F238E27FC236}">
                <a16:creationId xmlns:a16="http://schemas.microsoft.com/office/drawing/2014/main" id="{A77B51FD-0FCD-A413-2638-B136B4F8C7D0}"/>
              </a:ext>
            </a:extLst>
          </p:cNvPr>
          <p:cNvSpPr txBox="1"/>
          <p:nvPr/>
        </p:nvSpPr>
        <p:spPr>
          <a:xfrm>
            <a:off x="3049850" y="5990855"/>
            <a:ext cx="5223931" cy="861774"/>
          </a:xfrm>
          <a:prstGeom prst="rect">
            <a:avLst/>
          </a:prstGeom>
          <a:noFill/>
        </p:spPr>
        <p:txBody>
          <a:bodyPr wrap="none" lIns="91440" tIns="45720" rIns="91440" bIns="45720" rtlCol="0" anchor="t">
            <a:spAutoFit/>
          </a:bodyPr>
          <a:lstStyle/>
          <a:p>
            <a:r>
              <a:rPr lang="nl-BE" sz="3200" dirty="0"/>
              <a:t>-&gt; </a:t>
            </a:r>
            <a:r>
              <a:rPr lang="nl-BE" sz="3200"/>
              <a:t>Treshold Verlaagd naar 15%</a:t>
            </a:r>
            <a:endParaRPr lang="nl-BE" sz="3200" dirty="0">
              <a:ea typeface="Calibri"/>
              <a:cs typeface="Calibri"/>
            </a:endParaRPr>
          </a:p>
          <a:p>
            <a:endParaRPr lang="en-US" dirty="0"/>
          </a:p>
        </p:txBody>
      </p:sp>
      <p:sp>
        <p:nvSpPr>
          <p:cNvPr id="4" name="TextBox 3">
            <a:extLst>
              <a:ext uri="{FF2B5EF4-FFF2-40B4-BE49-F238E27FC236}">
                <a16:creationId xmlns:a16="http://schemas.microsoft.com/office/drawing/2014/main" id="{649E94FB-8CE0-1A29-7CC7-EF10C5FC2D11}"/>
              </a:ext>
            </a:extLst>
          </p:cNvPr>
          <p:cNvSpPr txBox="1"/>
          <p:nvPr/>
        </p:nvSpPr>
        <p:spPr>
          <a:xfrm>
            <a:off x="569102" y="4579838"/>
            <a:ext cx="3445565" cy="1477328"/>
          </a:xfrm>
          <a:prstGeom prst="rect">
            <a:avLst/>
          </a:prstGeom>
          <a:noFill/>
        </p:spPr>
        <p:txBody>
          <a:bodyPr wrap="square" rtlCol="0">
            <a:spAutoFit/>
          </a:bodyPr>
          <a:lstStyle/>
          <a:p>
            <a:endParaRPr lang="nl-BE" dirty="0"/>
          </a:p>
          <a:p>
            <a:endParaRPr lang="en-US" dirty="0"/>
          </a:p>
          <a:p>
            <a:endParaRPr lang="en-US" dirty="0"/>
          </a:p>
          <a:p>
            <a:r>
              <a:rPr lang="en-US" dirty="0"/>
              <a:t>CONFUSION MATRIX SCREENSHOT </a:t>
            </a:r>
            <a:br>
              <a:rPr lang="en-US" dirty="0"/>
            </a:br>
            <a:r>
              <a:rPr lang="en-US" dirty="0"/>
              <a:t>EETBAAR</a:t>
            </a:r>
          </a:p>
        </p:txBody>
      </p:sp>
      <p:sp>
        <p:nvSpPr>
          <p:cNvPr id="10" name="TextBox 9">
            <a:extLst>
              <a:ext uri="{FF2B5EF4-FFF2-40B4-BE49-F238E27FC236}">
                <a16:creationId xmlns:a16="http://schemas.microsoft.com/office/drawing/2014/main" id="{170D557F-2A18-AF0F-1E1E-A115EF5EFC7E}"/>
              </a:ext>
            </a:extLst>
          </p:cNvPr>
          <p:cNvSpPr txBox="1"/>
          <p:nvPr/>
        </p:nvSpPr>
        <p:spPr>
          <a:xfrm>
            <a:off x="7544755" y="4522265"/>
            <a:ext cx="3445565" cy="1477328"/>
          </a:xfrm>
          <a:prstGeom prst="rect">
            <a:avLst/>
          </a:prstGeom>
          <a:noFill/>
        </p:spPr>
        <p:txBody>
          <a:bodyPr wrap="square" rtlCol="0">
            <a:spAutoFit/>
          </a:bodyPr>
          <a:lstStyle/>
          <a:p>
            <a:endParaRPr lang="nl-BE" dirty="0"/>
          </a:p>
          <a:p>
            <a:endParaRPr lang="en-US" dirty="0"/>
          </a:p>
          <a:p>
            <a:endParaRPr lang="en-US" dirty="0"/>
          </a:p>
          <a:p>
            <a:r>
              <a:rPr lang="en-US" dirty="0"/>
              <a:t>CONFUSION MATRIX SCREENSHOT </a:t>
            </a:r>
            <a:br>
              <a:rPr lang="en-US" dirty="0"/>
            </a:br>
            <a:r>
              <a:rPr lang="en-US" dirty="0"/>
              <a:t>VERGIFTIGD</a:t>
            </a:r>
          </a:p>
        </p:txBody>
      </p:sp>
      <p:pic>
        <p:nvPicPr>
          <p:cNvPr id="6" name="Picture 5">
            <a:extLst>
              <a:ext uri="{FF2B5EF4-FFF2-40B4-BE49-F238E27FC236}">
                <a16:creationId xmlns:a16="http://schemas.microsoft.com/office/drawing/2014/main" id="{4D67F399-B4E0-D6A6-1230-87A8773E3693}"/>
              </a:ext>
            </a:extLst>
          </p:cNvPr>
          <p:cNvPicPr>
            <a:picLocks noChangeAspect="1"/>
          </p:cNvPicPr>
          <p:nvPr/>
        </p:nvPicPr>
        <p:blipFill>
          <a:blip r:embed="rId3" cstate="print">
            <a:extLst>
              <a:ext uri="{28A0092B-C50C-407E-A947-70E740481C1C}">
                <a14:useLocalDpi xmlns:a14="http://schemas.microsoft.com/office/drawing/2010/main" val="0"/>
              </a:ext>
            </a:extLst>
          </a:blip>
          <a:srcRect r="49706"/>
          <a:stretch>
            <a:fillRect/>
          </a:stretch>
        </p:blipFill>
        <p:spPr>
          <a:xfrm>
            <a:off x="298870" y="2880164"/>
            <a:ext cx="2989893" cy="2444739"/>
          </a:xfrm>
          <a:prstGeom prst="rect">
            <a:avLst/>
          </a:prstGeom>
        </p:spPr>
      </p:pic>
      <p:pic>
        <p:nvPicPr>
          <p:cNvPr id="11" name="Picture 10">
            <a:extLst>
              <a:ext uri="{FF2B5EF4-FFF2-40B4-BE49-F238E27FC236}">
                <a16:creationId xmlns:a16="http://schemas.microsoft.com/office/drawing/2014/main" id="{829148F9-EEFA-5743-8918-A7F047C418C0}"/>
              </a:ext>
            </a:extLst>
          </p:cNvPr>
          <p:cNvPicPr>
            <a:picLocks noChangeAspect="1"/>
          </p:cNvPicPr>
          <p:nvPr/>
        </p:nvPicPr>
        <p:blipFill>
          <a:blip r:embed="rId4" cstate="print">
            <a:extLst>
              <a:ext uri="{28A0092B-C50C-407E-A947-70E740481C1C}">
                <a14:useLocalDpi xmlns:a14="http://schemas.microsoft.com/office/drawing/2010/main" val="0"/>
              </a:ext>
            </a:extLst>
          </a:blip>
          <a:srcRect l="48971"/>
          <a:stretch>
            <a:fillRect/>
          </a:stretch>
        </p:blipFill>
        <p:spPr>
          <a:xfrm>
            <a:off x="8731332" y="2757740"/>
            <a:ext cx="3106111" cy="2503189"/>
          </a:xfrm>
          <a:prstGeom prst="rect">
            <a:avLst/>
          </a:prstGeom>
        </p:spPr>
      </p:pic>
      <p:pic>
        <p:nvPicPr>
          <p:cNvPr id="5" name="Afbeelding 4" descr="Afbeelding met schimmel, paddenstoel, Eetbare paddenstoel, Basidiomyceten&#10;&#10;Door AI gegenereerde inhoud is mogelijk onjuist.">
            <a:extLst>
              <a:ext uri="{FF2B5EF4-FFF2-40B4-BE49-F238E27FC236}">
                <a16:creationId xmlns:a16="http://schemas.microsoft.com/office/drawing/2014/main" id="{2CBF6AEC-6F2B-38F4-12CF-BF62E1651C96}"/>
              </a:ext>
            </a:extLst>
          </p:cNvPr>
          <p:cNvPicPr>
            <a:picLocks noChangeAspect="1"/>
          </p:cNvPicPr>
          <p:nvPr/>
        </p:nvPicPr>
        <p:blipFill>
          <a:blip r:embed="rId5"/>
          <a:stretch>
            <a:fillRect/>
          </a:stretch>
        </p:blipFill>
        <p:spPr>
          <a:xfrm>
            <a:off x="7904164" y="77333"/>
            <a:ext cx="828676" cy="988334"/>
          </a:xfrm>
          <a:prstGeom prst="rect">
            <a:avLst/>
          </a:prstGeom>
        </p:spPr>
      </p:pic>
      <p:sp>
        <p:nvSpPr>
          <p:cNvPr id="3" name="Tekstvak 2">
            <a:extLst>
              <a:ext uri="{FF2B5EF4-FFF2-40B4-BE49-F238E27FC236}">
                <a16:creationId xmlns:a16="http://schemas.microsoft.com/office/drawing/2014/main" id="{D66FAB03-CBFA-EAFE-4F5F-608F6892C61E}"/>
              </a:ext>
            </a:extLst>
          </p:cNvPr>
          <p:cNvSpPr txBox="1"/>
          <p:nvPr/>
        </p:nvSpPr>
        <p:spPr>
          <a:xfrm>
            <a:off x="3731557" y="2756647"/>
            <a:ext cx="4728884"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buFont typeface="Arial"/>
              <a:buChar char="•"/>
            </a:pPr>
            <a:r>
              <a:rPr lang="en-US" dirty="0" err="1">
                <a:ea typeface="+mn-lt"/>
                <a:cs typeface="+mn-lt"/>
              </a:rPr>
              <a:t>Visualisatie</a:t>
            </a:r>
            <a:r>
              <a:rPr lang="en-US" dirty="0">
                <a:ea typeface="+mn-lt"/>
                <a:cs typeface="+mn-lt"/>
              </a:rPr>
              <a:t>: </a:t>
            </a:r>
            <a:r>
              <a:rPr lang="en-US" dirty="0" err="1">
                <a:ea typeface="+mn-lt"/>
                <a:cs typeface="+mn-lt"/>
              </a:rPr>
              <a:t>Standaard</a:t>
            </a:r>
            <a:r>
              <a:rPr lang="en-US" dirty="0">
                <a:ea typeface="+mn-lt"/>
                <a:cs typeface="+mn-lt"/>
              </a:rPr>
              <a:t> 50% vs Strenge 15% </a:t>
            </a:r>
            <a:r>
              <a:rPr lang="en-US" dirty="0" err="1">
                <a:ea typeface="+mn-lt"/>
                <a:cs typeface="+mn-lt"/>
              </a:rPr>
              <a:t>drempel</a:t>
            </a:r>
            <a:r>
              <a:rPr lang="en-US" dirty="0">
                <a:ea typeface="+mn-lt"/>
                <a:cs typeface="+mn-lt"/>
              </a:rPr>
              <a:t>.</a:t>
            </a:r>
            <a:endParaRPr lang="nl-NL" dirty="0"/>
          </a:p>
          <a:p>
            <a:pPr>
              <a:buFont typeface="Arial"/>
              <a:buChar char="•"/>
            </a:pPr>
            <a:r>
              <a:rPr lang="en-US" i="1" dirty="0">
                <a:ea typeface="+mn-lt"/>
                <a:cs typeface="+mn-lt"/>
              </a:rPr>
              <a:t>False Negatives</a:t>
            </a:r>
            <a:r>
              <a:rPr lang="en-US" dirty="0">
                <a:ea typeface="+mn-lt"/>
                <a:cs typeface="+mn-lt"/>
              </a:rPr>
              <a:t> </a:t>
            </a:r>
            <a:r>
              <a:rPr lang="en-US" dirty="0" err="1">
                <a:ea typeface="+mn-lt"/>
                <a:cs typeface="+mn-lt"/>
              </a:rPr>
              <a:t>dalen</a:t>
            </a:r>
            <a:r>
              <a:rPr lang="en-US" dirty="0">
                <a:ea typeface="+mn-lt"/>
                <a:cs typeface="+mn-lt"/>
              </a:rPr>
              <a:t> </a:t>
            </a:r>
            <a:r>
              <a:rPr lang="en-US" dirty="0" err="1">
                <a:ea typeface="+mn-lt"/>
                <a:cs typeface="+mn-lt"/>
              </a:rPr>
              <a:t>gigantisch</a:t>
            </a:r>
            <a:r>
              <a:rPr lang="en-US" dirty="0">
                <a:ea typeface="+mn-lt"/>
                <a:cs typeface="+mn-lt"/>
              </a:rPr>
              <a:t>.</a:t>
            </a:r>
          </a:p>
          <a:p>
            <a:pPr>
              <a:buFont typeface="Arial"/>
              <a:buChar char="•"/>
            </a:pPr>
            <a:r>
              <a:rPr lang="en-US" i="1" dirty="0">
                <a:ea typeface="+mn-lt"/>
                <a:cs typeface="+mn-lt"/>
              </a:rPr>
              <a:t>False Positives</a:t>
            </a:r>
            <a:r>
              <a:rPr lang="en-US" dirty="0">
                <a:ea typeface="+mn-lt"/>
                <a:cs typeface="+mn-lt"/>
              </a:rPr>
              <a:t> </a:t>
            </a:r>
            <a:r>
              <a:rPr lang="en-US" dirty="0" err="1">
                <a:ea typeface="+mn-lt"/>
                <a:cs typeface="+mn-lt"/>
              </a:rPr>
              <a:t>stijgen</a:t>
            </a:r>
            <a:r>
              <a:rPr lang="en-US" dirty="0">
                <a:ea typeface="+mn-lt"/>
                <a:cs typeface="+mn-lt"/>
              </a:rPr>
              <a:t> </a:t>
            </a:r>
            <a:r>
              <a:rPr lang="en-US" dirty="0" err="1">
                <a:ea typeface="+mn-lt"/>
                <a:cs typeface="+mn-lt"/>
              </a:rPr>
              <a:t>licht</a:t>
            </a:r>
            <a:r>
              <a:rPr lang="en-US" dirty="0">
                <a:ea typeface="+mn-lt"/>
                <a:cs typeface="+mn-lt"/>
              </a:rPr>
              <a:t>.</a:t>
            </a:r>
          </a:p>
          <a:p>
            <a:pPr>
              <a:buFont typeface=""/>
              <a:buChar char="•"/>
            </a:pPr>
            <a:endParaRPr lang="en-US" dirty="0">
              <a:ea typeface="Calibri"/>
              <a:cs typeface="Calibri"/>
            </a:endParaRPr>
          </a:p>
        </p:txBody>
      </p:sp>
    </p:spTree>
    <p:extLst>
      <p:ext uri="{BB962C8B-B14F-4D97-AF65-F5344CB8AC3E}">
        <p14:creationId xmlns:p14="http://schemas.microsoft.com/office/powerpoint/2010/main" val="5291737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6F85FB-32E1-B61C-1960-18C545227EE2}"/>
              </a:ext>
            </a:extLst>
          </p:cNvPr>
          <p:cNvSpPr>
            <a:spLocks noGrp="1"/>
          </p:cNvSpPr>
          <p:nvPr>
            <p:ph type="title"/>
          </p:nvPr>
        </p:nvSpPr>
        <p:spPr/>
        <p:txBody>
          <a:bodyPr anchor="ctr">
            <a:normAutofit/>
          </a:bodyPr>
          <a:lstStyle/>
          <a:p>
            <a:r>
              <a:rPr lang="en-US"/>
              <a:t>ROC Curve</a:t>
            </a:r>
          </a:p>
        </p:txBody>
      </p:sp>
      <p:sp>
        <p:nvSpPr>
          <p:cNvPr id="4" name="Content Placeholder 3">
            <a:extLst>
              <a:ext uri="{FF2B5EF4-FFF2-40B4-BE49-F238E27FC236}">
                <a16:creationId xmlns:a16="http://schemas.microsoft.com/office/drawing/2014/main" id="{9136F047-1CAE-792E-155A-728465C5E214}"/>
              </a:ext>
            </a:extLst>
          </p:cNvPr>
          <p:cNvSpPr>
            <a:spLocks noGrp="1"/>
          </p:cNvSpPr>
          <p:nvPr>
            <p:ph idx="1"/>
          </p:nvPr>
        </p:nvSpPr>
        <p:spPr>
          <a:xfrm>
            <a:off x="3804322" y="2155945"/>
            <a:ext cx="8561388" cy="4458817"/>
          </a:xfrm>
        </p:spPr>
        <p:txBody>
          <a:bodyPr vert="horz" lIns="91440" tIns="45720" rIns="91440" bIns="45720" rtlCol="0" anchor="t">
            <a:normAutofit/>
          </a:bodyPr>
          <a:lstStyle/>
          <a:p>
            <a:pPr marL="456565" indent="-456565"/>
            <a:r>
              <a:rPr lang="nl-BE" sz="2800">
                <a:ea typeface="+mn-lt"/>
                <a:cs typeface="+mn-lt"/>
              </a:rPr>
              <a:t>Uitmuntende AUC Score (Area Under Curve).</a:t>
            </a:r>
            <a:endParaRPr lang="nl-BE" sz="2800" dirty="0">
              <a:ea typeface="Calibri"/>
              <a:cs typeface="Calibri"/>
            </a:endParaRPr>
          </a:p>
          <a:p>
            <a:pPr marL="456565" indent="-456565"/>
            <a:r>
              <a:rPr lang="nl-BE" sz="2800">
                <a:ea typeface="+mn-lt"/>
                <a:cs typeface="+mn-lt"/>
              </a:rPr>
              <a:t>Visuele weergave van onze 15% threshold op de curve.</a:t>
            </a:r>
            <a:endParaRPr lang="nl-BE"/>
          </a:p>
          <a:p>
            <a:pPr marL="456565" indent="-456565"/>
            <a:endParaRPr lang="nl-BE" sz="2800" dirty="0">
              <a:ea typeface="Calibri"/>
              <a:cs typeface="Calibri"/>
            </a:endParaRPr>
          </a:p>
          <a:p>
            <a:pPr marL="456565" indent="-456565"/>
            <a:endParaRPr lang="nl-BE" sz="2800" dirty="0"/>
          </a:p>
          <a:p>
            <a:pPr marL="456565" indent="-456565"/>
            <a:endParaRPr lang="nl-BE" sz="2800" dirty="0"/>
          </a:p>
          <a:p>
            <a:pPr marL="0" indent="0">
              <a:buNone/>
            </a:pPr>
            <a:r>
              <a:rPr lang="en-US" sz="2800"/>
              <a:t>    ROC CURVE SCREENSHOT</a:t>
            </a:r>
            <a:endParaRPr lang="en-US" sz="2800">
              <a:ea typeface="Calibri"/>
              <a:cs typeface="Calibri"/>
            </a:endParaRPr>
          </a:p>
        </p:txBody>
      </p:sp>
      <p:pic>
        <p:nvPicPr>
          <p:cNvPr id="5" name="Afbeelding 4" descr="Afbeelding met schimmel, paddenstoel, Eetbare paddenstoel, Basidiomyceten&#10;&#10;Door AI gegenereerde inhoud is mogelijk onjuist.">
            <a:extLst>
              <a:ext uri="{FF2B5EF4-FFF2-40B4-BE49-F238E27FC236}">
                <a16:creationId xmlns:a16="http://schemas.microsoft.com/office/drawing/2014/main" id="{0B725842-DD69-4679-57F7-59A4B2C4882B}"/>
              </a:ext>
            </a:extLst>
          </p:cNvPr>
          <p:cNvPicPr>
            <a:picLocks noChangeAspect="1"/>
          </p:cNvPicPr>
          <p:nvPr/>
        </p:nvPicPr>
        <p:blipFill>
          <a:blip r:embed="rId3"/>
          <a:stretch>
            <a:fillRect/>
          </a:stretch>
        </p:blipFill>
        <p:spPr>
          <a:xfrm>
            <a:off x="5872164" y="449261"/>
            <a:ext cx="828676" cy="988334"/>
          </a:xfrm>
          <a:prstGeom prst="rect">
            <a:avLst/>
          </a:prstGeom>
        </p:spPr>
      </p:pic>
    </p:spTree>
    <p:extLst>
      <p:ext uri="{BB962C8B-B14F-4D97-AF65-F5344CB8AC3E}">
        <p14:creationId xmlns:p14="http://schemas.microsoft.com/office/powerpoint/2010/main" val="30197418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2E4B5-1883-3240-3808-C1E83E9EDF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346FF8-0BE0-3F29-CBE7-9700F62D7802}"/>
              </a:ext>
            </a:extLst>
          </p:cNvPr>
          <p:cNvSpPr>
            <a:spLocks noGrp="1"/>
          </p:cNvSpPr>
          <p:nvPr>
            <p:ph type="title"/>
          </p:nvPr>
        </p:nvSpPr>
        <p:spPr>
          <a:xfrm>
            <a:off x="947724" y="456148"/>
            <a:ext cx="10994760" cy="1199787"/>
          </a:xfrm>
        </p:spPr>
        <p:txBody>
          <a:bodyPr>
            <a:normAutofit/>
          </a:bodyPr>
          <a:lstStyle/>
          <a:p>
            <a:r>
              <a:rPr lang="nl-BE" sz="4000"/>
              <a:t>Conclusie</a:t>
            </a:r>
            <a:endParaRPr lang="nl-NL"/>
          </a:p>
        </p:txBody>
      </p:sp>
      <p:sp>
        <p:nvSpPr>
          <p:cNvPr id="3" name="Content Placeholder 2">
            <a:extLst>
              <a:ext uri="{FF2B5EF4-FFF2-40B4-BE49-F238E27FC236}">
                <a16:creationId xmlns:a16="http://schemas.microsoft.com/office/drawing/2014/main" id="{F4BC6332-DEF7-DBE9-671C-0D13EE7D18A4}"/>
              </a:ext>
            </a:extLst>
          </p:cNvPr>
          <p:cNvSpPr>
            <a:spLocks noGrp="1"/>
          </p:cNvSpPr>
          <p:nvPr>
            <p:ph idx="1"/>
          </p:nvPr>
        </p:nvSpPr>
        <p:spPr>
          <a:xfrm>
            <a:off x="301393" y="2188361"/>
            <a:ext cx="10994760" cy="960324"/>
          </a:xfrm>
        </p:spPr>
        <p:txBody>
          <a:bodyPr vert="horz" lIns="91440" tIns="45720" rIns="91440" bIns="45720" rtlCol="0" anchor="t">
            <a:normAutofit/>
          </a:bodyPr>
          <a:lstStyle/>
          <a:p>
            <a:pPr marL="0" indent="0">
              <a:buNone/>
            </a:pPr>
            <a:r>
              <a:rPr lang="nl-BE" sz="2800"/>
              <a:t>We hebben paar debatten gehad bij de keuze:</a:t>
            </a:r>
            <a:endParaRPr lang="nl-NL" sz="2800">
              <a:ea typeface="Calibri"/>
              <a:cs typeface="Calibri"/>
            </a:endParaRPr>
          </a:p>
          <a:p>
            <a:endParaRPr lang="nl-BE" sz="3200" dirty="0"/>
          </a:p>
          <a:p>
            <a:endParaRPr lang="nl-BE" dirty="0"/>
          </a:p>
          <a:p>
            <a:pPr marL="0" indent="0">
              <a:buNone/>
            </a:pPr>
            <a:endParaRPr lang="nl-BE" dirty="0"/>
          </a:p>
          <a:p>
            <a:endParaRPr lang="en-US" dirty="0"/>
          </a:p>
        </p:txBody>
      </p:sp>
      <p:sp>
        <p:nvSpPr>
          <p:cNvPr id="8" name="TextBox 7">
            <a:extLst>
              <a:ext uri="{FF2B5EF4-FFF2-40B4-BE49-F238E27FC236}">
                <a16:creationId xmlns:a16="http://schemas.microsoft.com/office/drawing/2014/main" id="{1AA3979B-468B-6937-AE35-5078851852D2}"/>
              </a:ext>
            </a:extLst>
          </p:cNvPr>
          <p:cNvSpPr txBox="1"/>
          <p:nvPr/>
        </p:nvSpPr>
        <p:spPr>
          <a:xfrm>
            <a:off x="301393" y="3182478"/>
            <a:ext cx="646331" cy="2339102"/>
          </a:xfrm>
          <a:prstGeom prst="rect">
            <a:avLst/>
          </a:prstGeom>
          <a:noFill/>
        </p:spPr>
        <p:txBody>
          <a:bodyPr wrap="none" rtlCol="0">
            <a:spAutoFit/>
          </a:bodyPr>
          <a:lstStyle/>
          <a:p>
            <a:pPr marL="457200" indent="-457200">
              <a:buFont typeface="Arial" panose="020B0604020202020204" pitchFamily="34" charset="0"/>
              <a:buChar char="•"/>
            </a:pPr>
            <a:endParaRPr lang="nl-BE" sz="3200" dirty="0"/>
          </a:p>
          <a:p>
            <a:pPr marL="457200" indent="-457200">
              <a:buFont typeface="Arial" panose="020B0604020202020204" pitchFamily="34" charset="0"/>
              <a:buChar char="•"/>
            </a:pPr>
            <a:endParaRPr lang="nl-BE" sz="3200" dirty="0"/>
          </a:p>
          <a:p>
            <a:pPr marL="457200" indent="-457200">
              <a:buFont typeface="Arial" panose="020B0604020202020204" pitchFamily="34" charset="0"/>
              <a:buChar char="•"/>
            </a:pPr>
            <a:endParaRPr lang="nl-BE" sz="3200" dirty="0"/>
          </a:p>
          <a:p>
            <a:pPr marL="457200" indent="-457200">
              <a:buFont typeface="Arial" panose="020B0604020202020204" pitchFamily="34" charset="0"/>
              <a:buChar char="•"/>
            </a:pPr>
            <a:endParaRPr lang="nl-BE" sz="3200" dirty="0"/>
          </a:p>
          <a:p>
            <a:endParaRPr lang="en-US" dirty="0"/>
          </a:p>
        </p:txBody>
      </p:sp>
      <p:sp>
        <p:nvSpPr>
          <p:cNvPr id="4" name="TextBox 3">
            <a:extLst>
              <a:ext uri="{FF2B5EF4-FFF2-40B4-BE49-F238E27FC236}">
                <a16:creationId xmlns:a16="http://schemas.microsoft.com/office/drawing/2014/main" id="{39ED74C6-F1DE-5413-1823-B48C1D4A5DA0}"/>
              </a:ext>
            </a:extLst>
          </p:cNvPr>
          <p:cNvSpPr txBox="1"/>
          <p:nvPr/>
        </p:nvSpPr>
        <p:spPr>
          <a:xfrm>
            <a:off x="301228" y="4782611"/>
            <a:ext cx="3445565" cy="1477328"/>
          </a:xfrm>
          <a:prstGeom prst="rect">
            <a:avLst/>
          </a:prstGeom>
          <a:noFill/>
        </p:spPr>
        <p:txBody>
          <a:bodyPr wrap="square" rtlCol="0">
            <a:spAutoFit/>
          </a:bodyPr>
          <a:lstStyle/>
          <a:p>
            <a:endParaRPr lang="nl-BE" dirty="0"/>
          </a:p>
          <a:p>
            <a:endParaRPr lang="en-US" dirty="0"/>
          </a:p>
          <a:p>
            <a:endParaRPr lang="en-US" dirty="0"/>
          </a:p>
          <a:p>
            <a:r>
              <a:rPr lang="en-US" dirty="0"/>
              <a:t>CONFUSION MATRIX SCREENSHOT </a:t>
            </a:r>
            <a:br>
              <a:rPr lang="en-US" dirty="0"/>
            </a:br>
            <a:r>
              <a:rPr lang="en-US" dirty="0"/>
              <a:t>EETBAAR</a:t>
            </a:r>
          </a:p>
        </p:txBody>
      </p:sp>
      <p:sp>
        <p:nvSpPr>
          <p:cNvPr id="10" name="TextBox 9">
            <a:extLst>
              <a:ext uri="{FF2B5EF4-FFF2-40B4-BE49-F238E27FC236}">
                <a16:creationId xmlns:a16="http://schemas.microsoft.com/office/drawing/2014/main" id="{7DC73EA8-F505-2460-D8D7-2095DA518EF5}"/>
              </a:ext>
            </a:extLst>
          </p:cNvPr>
          <p:cNvSpPr txBox="1"/>
          <p:nvPr/>
        </p:nvSpPr>
        <p:spPr>
          <a:xfrm>
            <a:off x="8747520" y="4964630"/>
            <a:ext cx="3445565" cy="1477328"/>
          </a:xfrm>
          <a:prstGeom prst="rect">
            <a:avLst/>
          </a:prstGeom>
          <a:noFill/>
        </p:spPr>
        <p:txBody>
          <a:bodyPr wrap="square" rtlCol="0">
            <a:spAutoFit/>
          </a:bodyPr>
          <a:lstStyle/>
          <a:p>
            <a:endParaRPr lang="nl-BE" dirty="0"/>
          </a:p>
          <a:p>
            <a:endParaRPr lang="en-US" dirty="0"/>
          </a:p>
          <a:p>
            <a:endParaRPr lang="en-US" dirty="0"/>
          </a:p>
          <a:p>
            <a:r>
              <a:rPr lang="en-US" dirty="0"/>
              <a:t>CONFUSION MATRIX SCREENSHOT </a:t>
            </a:r>
            <a:br>
              <a:rPr lang="en-US" dirty="0"/>
            </a:br>
            <a:r>
              <a:rPr lang="en-US" dirty="0"/>
              <a:t>VERGIFTIGD</a:t>
            </a:r>
          </a:p>
        </p:txBody>
      </p:sp>
      <p:pic>
        <p:nvPicPr>
          <p:cNvPr id="6" name="Picture 5">
            <a:extLst>
              <a:ext uri="{FF2B5EF4-FFF2-40B4-BE49-F238E27FC236}">
                <a16:creationId xmlns:a16="http://schemas.microsoft.com/office/drawing/2014/main" id="{7DE8788C-42B6-5B54-3CB6-64FBDA88EB12}"/>
              </a:ext>
            </a:extLst>
          </p:cNvPr>
          <p:cNvPicPr>
            <a:picLocks noChangeAspect="1"/>
          </p:cNvPicPr>
          <p:nvPr/>
        </p:nvPicPr>
        <p:blipFill>
          <a:blip r:embed="rId3" cstate="print">
            <a:extLst>
              <a:ext uri="{28A0092B-C50C-407E-A947-70E740481C1C}">
                <a14:useLocalDpi xmlns:a14="http://schemas.microsoft.com/office/drawing/2010/main" val="0"/>
              </a:ext>
            </a:extLst>
          </a:blip>
          <a:srcRect r="49706"/>
          <a:stretch>
            <a:fillRect/>
          </a:stretch>
        </p:blipFill>
        <p:spPr>
          <a:xfrm>
            <a:off x="297803" y="3039180"/>
            <a:ext cx="2989893" cy="2444739"/>
          </a:xfrm>
          <a:prstGeom prst="rect">
            <a:avLst/>
          </a:prstGeom>
        </p:spPr>
      </p:pic>
      <p:pic>
        <p:nvPicPr>
          <p:cNvPr id="11" name="Picture 10">
            <a:extLst>
              <a:ext uri="{FF2B5EF4-FFF2-40B4-BE49-F238E27FC236}">
                <a16:creationId xmlns:a16="http://schemas.microsoft.com/office/drawing/2014/main" id="{45A3F539-D8AD-AFAD-AEFD-D3212873EBA9}"/>
              </a:ext>
            </a:extLst>
          </p:cNvPr>
          <p:cNvPicPr>
            <a:picLocks noChangeAspect="1"/>
          </p:cNvPicPr>
          <p:nvPr/>
        </p:nvPicPr>
        <p:blipFill>
          <a:blip r:embed="rId4" cstate="print">
            <a:extLst>
              <a:ext uri="{28A0092B-C50C-407E-A947-70E740481C1C}">
                <a14:useLocalDpi xmlns:a14="http://schemas.microsoft.com/office/drawing/2010/main" val="0"/>
              </a:ext>
            </a:extLst>
          </a:blip>
          <a:srcRect l="48971"/>
          <a:stretch>
            <a:fillRect/>
          </a:stretch>
        </p:blipFill>
        <p:spPr>
          <a:xfrm>
            <a:off x="8655025" y="3014942"/>
            <a:ext cx="3106111" cy="2503189"/>
          </a:xfrm>
          <a:prstGeom prst="rect">
            <a:avLst/>
          </a:prstGeom>
        </p:spPr>
      </p:pic>
      <p:sp>
        <p:nvSpPr>
          <p:cNvPr id="5" name="Vermenigvuldigingsteken 4">
            <a:extLst>
              <a:ext uri="{FF2B5EF4-FFF2-40B4-BE49-F238E27FC236}">
                <a16:creationId xmlns:a16="http://schemas.microsoft.com/office/drawing/2014/main" id="{B97DC500-64E0-8681-AAD4-78B0C6FAD855}"/>
              </a:ext>
            </a:extLst>
          </p:cNvPr>
          <p:cNvSpPr/>
          <p:nvPr/>
        </p:nvSpPr>
        <p:spPr>
          <a:xfrm>
            <a:off x="142480" y="3016824"/>
            <a:ext cx="3075225" cy="2156333"/>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 name="Pijl: punthaak 6">
            <a:extLst>
              <a:ext uri="{FF2B5EF4-FFF2-40B4-BE49-F238E27FC236}">
                <a16:creationId xmlns:a16="http://schemas.microsoft.com/office/drawing/2014/main" id="{600FAA3A-3954-F033-636A-BC4A3A796B37}"/>
              </a:ext>
            </a:extLst>
          </p:cNvPr>
          <p:cNvSpPr/>
          <p:nvPr/>
        </p:nvSpPr>
        <p:spPr>
          <a:xfrm rot="5400000">
            <a:off x="8634611" y="3691830"/>
            <a:ext cx="686105" cy="931143"/>
          </a:xfrm>
          <a:prstGeom prst="chevron">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solidFill>
                <a:schemeClr val="tx1"/>
              </a:solidFill>
            </a:endParaRPr>
          </a:p>
        </p:txBody>
      </p:sp>
      <p:pic>
        <p:nvPicPr>
          <p:cNvPr id="12" name="Afbeelding 11" descr="Afbeelding met schimmel, paddenstoel, Eetbare paddenstoel, Basidiomyceten&#10;&#10;Door AI gegenereerde inhoud is mogelijk onjuist.">
            <a:extLst>
              <a:ext uri="{FF2B5EF4-FFF2-40B4-BE49-F238E27FC236}">
                <a16:creationId xmlns:a16="http://schemas.microsoft.com/office/drawing/2014/main" id="{CD79802A-B60A-1B98-5CAA-676EE2311156}"/>
              </a:ext>
            </a:extLst>
          </p:cNvPr>
          <p:cNvPicPr>
            <a:picLocks noChangeAspect="1"/>
          </p:cNvPicPr>
          <p:nvPr/>
        </p:nvPicPr>
        <p:blipFill>
          <a:blip r:embed="rId5"/>
          <a:stretch>
            <a:fillRect/>
          </a:stretch>
        </p:blipFill>
        <p:spPr>
          <a:xfrm>
            <a:off x="9201378" y="358547"/>
            <a:ext cx="828676" cy="988334"/>
          </a:xfrm>
          <a:prstGeom prst="rect">
            <a:avLst/>
          </a:prstGeom>
        </p:spPr>
      </p:pic>
      <p:sp>
        <p:nvSpPr>
          <p:cNvPr id="13" name="Tekstvak 12">
            <a:extLst>
              <a:ext uri="{FF2B5EF4-FFF2-40B4-BE49-F238E27FC236}">
                <a16:creationId xmlns:a16="http://schemas.microsoft.com/office/drawing/2014/main" id="{A09FFB4F-7A2B-9236-599A-B1811EAEE255}"/>
              </a:ext>
            </a:extLst>
          </p:cNvPr>
          <p:cNvSpPr txBox="1"/>
          <p:nvPr/>
        </p:nvSpPr>
        <p:spPr>
          <a:xfrm>
            <a:off x="3787586" y="3473823"/>
            <a:ext cx="4728884" cy="258532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buFont typeface="Arial"/>
              <a:buChar char="•"/>
            </a:pPr>
            <a:r>
              <a:rPr lang="en-US" dirty="0" err="1">
                <a:ea typeface="+mn-lt"/>
                <a:cs typeface="+mn-lt"/>
              </a:rPr>
              <a:t>Anomalieën</a:t>
            </a:r>
            <a:r>
              <a:rPr lang="en-US" dirty="0">
                <a:ea typeface="+mn-lt"/>
                <a:cs typeface="+mn-lt"/>
              </a:rPr>
              <a:t> </a:t>
            </a:r>
            <a:r>
              <a:rPr lang="en-US" dirty="0" err="1">
                <a:ea typeface="+mn-lt"/>
                <a:cs typeface="+mn-lt"/>
              </a:rPr>
              <a:t>en</a:t>
            </a:r>
            <a:r>
              <a:rPr lang="en-US" dirty="0">
                <a:ea typeface="+mn-lt"/>
                <a:cs typeface="+mn-lt"/>
              </a:rPr>
              <a:t> </a:t>
            </a:r>
            <a:r>
              <a:rPr lang="en-US" dirty="0" err="1">
                <a:ea typeface="+mn-lt"/>
                <a:cs typeface="+mn-lt"/>
              </a:rPr>
              <a:t>valstrikken</a:t>
            </a:r>
            <a:r>
              <a:rPr lang="en-US" dirty="0">
                <a:ea typeface="+mn-lt"/>
                <a:cs typeface="+mn-lt"/>
              </a:rPr>
              <a:t> </a:t>
            </a:r>
            <a:r>
              <a:rPr lang="en-US" dirty="0" err="1">
                <a:ea typeface="+mn-lt"/>
                <a:cs typeface="+mn-lt"/>
              </a:rPr>
              <a:t>succesvol</a:t>
            </a:r>
            <a:r>
              <a:rPr lang="en-US" dirty="0">
                <a:ea typeface="+mn-lt"/>
                <a:cs typeface="+mn-lt"/>
              </a:rPr>
              <a:t> </a:t>
            </a:r>
            <a:r>
              <a:rPr lang="en-US" dirty="0" err="1">
                <a:ea typeface="+mn-lt"/>
                <a:cs typeface="+mn-lt"/>
              </a:rPr>
              <a:t>geneutraliseerd</a:t>
            </a:r>
            <a:r>
              <a:rPr lang="en-US" dirty="0">
                <a:ea typeface="+mn-lt"/>
                <a:cs typeface="+mn-lt"/>
              </a:rPr>
              <a:t>.</a:t>
            </a:r>
            <a:endParaRPr lang="nl-NL" dirty="0">
              <a:ea typeface="+mn-lt"/>
              <a:cs typeface="+mn-lt"/>
            </a:endParaRPr>
          </a:p>
          <a:p>
            <a:pPr>
              <a:buFont typeface="Arial"/>
              <a:buChar char="•"/>
            </a:pPr>
            <a:r>
              <a:rPr lang="en-US" dirty="0" err="1">
                <a:ea typeface="+mn-lt"/>
                <a:cs typeface="+mn-lt"/>
              </a:rPr>
              <a:t>XGBoost</a:t>
            </a:r>
            <a:r>
              <a:rPr lang="en-US" dirty="0">
                <a:ea typeface="+mn-lt"/>
                <a:cs typeface="+mn-lt"/>
              </a:rPr>
              <a:t> </a:t>
            </a:r>
            <a:r>
              <a:rPr lang="en-US" dirty="0" err="1">
                <a:ea typeface="+mn-lt"/>
                <a:cs typeface="+mn-lt"/>
              </a:rPr>
              <a:t>geselecteerd</a:t>
            </a:r>
            <a:r>
              <a:rPr lang="en-US" dirty="0">
                <a:ea typeface="+mn-lt"/>
                <a:cs typeface="+mn-lt"/>
              </a:rPr>
              <a:t> </a:t>
            </a:r>
            <a:r>
              <a:rPr lang="en-US" dirty="0" err="1">
                <a:ea typeface="+mn-lt"/>
                <a:cs typeface="+mn-lt"/>
              </a:rPr>
              <a:t>puur</a:t>
            </a:r>
            <a:r>
              <a:rPr lang="en-US" dirty="0">
                <a:ea typeface="+mn-lt"/>
                <a:cs typeface="+mn-lt"/>
              </a:rPr>
              <a:t> op basis van </a:t>
            </a:r>
            <a:r>
              <a:rPr lang="en-US" dirty="0" err="1">
                <a:ea typeface="+mn-lt"/>
                <a:cs typeface="+mn-lt"/>
              </a:rPr>
              <a:t>levensreddende</a:t>
            </a:r>
            <a:r>
              <a:rPr lang="en-US" dirty="0">
                <a:ea typeface="+mn-lt"/>
                <a:cs typeface="+mn-lt"/>
              </a:rPr>
              <a:t> metrics.</a:t>
            </a:r>
          </a:p>
          <a:p>
            <a:pPr>
              <a:buFont typeface="Arial"/>
              <a:buChar char="•"/>
            </a:pPr>
            <a:endParaRPr lang="en-US" dirty="0">
              <a:ea typeface="Calibri"/>
              <a:cs typeface="Calibri"/>
            </a:endParaRPr>
          </a:p>
          <a:p>
            <a:r>
              <a:rPr lang="en-US" b="1" dirty="0">
                <a:ea typeface="Calibri"/>
                <a:cs typeface="Calibri"/>
              </a:rPr>
              <a:t>-</a:t>
            </a:r>
            <a:r>
              <a:rPr lang="en-US" b="1" dirty="0" err="1">
                <a:ea typeface="Calibri"/>
                <a:cs typeface="Calibri"/>
              </a:rPr>
              <a:t>Onze</a:t>
            </a:r>
            <a:r>
              <a:rPr lang="en-US" b="1" dirty="0">
                <a:ea typeface="Calibri"/>
                <a:cs typeface="Calibri"/>
              </a:rPr>
              <a:t> regel:</a:t>
            </a:r>
            <a:r>
              <a:rPr lang="en-US" dirty="0">
                <a:ea typeface="Calibri"/>
                <a:cs typeface="Calibri"/>
              </a:rPr>
              <a:t> </a:t>
            </a:r>
            <a:r>
              <a:rPr lang="en-US" dirty="0" err="1">
                <a:ea typeface="Calibri"/>
                <a:cs typeface="Calibri"/>
              </a:rPr>
              <a:t>Liever</a:t>
            </a:r>
            <a:r>
              <a:rPr lang="en-US" dirty="0">
                <a:ea typeface="Calibri"/>
                <a:cs typeface="Calibri"/>
              </a:rPr>
              <a:t> </a:t>
            </a:r>
            <a:r>
              <a:rPr lang="en-US" dirty="0" err="1">
                <a:ea typeface="Calibri"/>
                <a:cs typeface="Calibri"/>
              </a:rPr>
              <a:t>gezonde</a:t>
            </a:r>
            <a:r>
              <a:rPr lang="en-US" dirty="0">
                <a:ea typeface="Calibri"/>
                <a:cs typeface="Calibri"/>
              </a:rPr>
              <a:t> </a:t>
            </a:r>
            <a:r>
              <a:rPr lang="en-US" dirty="0" err="1">
                <a:ea typeface="Calibri"/>
                <a:cs typeface="Calibri"/>
              </a:rPr>
              <a:t>paddenstoelen</a:t>
            </a:r>
            <a:r>
              <a:rPr lang="en-US" dirty="0">
                <a:ea typeface="Calibri"/>
                <a:cs typeface="Calibri"/>
              </a:rPr>
              <a:t> </a:t>
            </a:r>
            <a:r>
              <a:rPr lang="en-US" dirty="0" err="1">
                <a:ea typeface="Calibri"/>
                <a:cs typeface="Calibri"/>
              </a:rPr>
              <a:t>weggooien</a:t>
            </a:r>
            <a:r>
              <a:rPr lang="en-US" dirty="0">
                <a:ea typeface="Calibri"/>
                <a:cs typeface="Calibri"/>
              </a:rPr>
              <a:t>, dan </a:t>
            </a:r>
            <a:r>
              <a:rPr lang="en-US" dirty="0" err="1">
                <a:ea typeface="Calibri"/>
                <a:cs typeface="Calibri"/>
              </a:rPr>
              <a:t>dodelijke</a:t>
            </a:r>
            <a:r>
              <a:rPr lang="en-US" dirty="0">
                <a:ea typeface="Calibri"/>
                <a:cs typeface="Calibri"/>
              </a:rPr>
              <a:t> </a:t>
            </a:r>
            <a:r>
              <a:rPr lang="en-US" dirty="0" err="1">
                <a:ea typeface="Calibri"/>
                <a:cs typeface="Calibri"/>
              </a:rPr>
              <a:t>opeten</a:t>
            </a:r>
            <a:r>
              <a:rPr lang="en-US" dirty="0">
                <a:ea typeface="Calibri"/>
                <a:cs typeface="Calibri"/>
              </a:rPr>
              <a:t>!</a:t>
            </a:r>
          </a:p>
          <a:p>
            <a:pPr>
              <a:buFont typeface="Arial"/>
              <a:buChar char="•"/>
            </a:pPr>
            <a:endParaRPr lang="en-US" dirty="0">
              <a:ea typeface="Calibri"/>
              <a:cs typeface="Calibri"/>
            </a:endParaRPr>
          </a:p>
          <a:p>
            <a:pPr>
              <a:buFont typeface="Arial"/>
              <a:buChar char="•"/>
            </a:pPr>
            <a:endParaRPr lang="en-US" dirty="0">
              <a:ea typeface="Calibri"/>
              <a:cs typeface="Calibri"/>
            </a:endParaRPr>
          </a:p>
        </p:txBody>
      </p:sp>
    </p:spTree>
    <p:extLst>
      <p:ext uri="{BB962C8B-B14F-4D97-AF65-F5344CB8AC3E}">
        <p14:creationId xmlns:p14="http://schemas.microsoft.com/office/powerpoint/2010/main" val="32861831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0554DF-2E47-3384-5D71-C4B136A93D2D}"/>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E6CBF5ED-1885-951D-A339-7E96F2F02C68}"/>
              </a:ext>
            </a:extLst>
          </p:cNvPr>
          <p:cNvSpPr>
            <a:spLocks noGrp="1"/>
          </p:cNvSpPr>
          <p:nvPr>
            <p:ph type="title"/>
          </p:nvPr>
        </p:nvSpPr>
        <p:spPr>
          <a:xfrm>
            <a:off x="1142196" y="358144"/>
            <a:ext cx="10769195" cy="1203813"/>
          </a:xfrm>
        </p:spPr>
        <p:txBody>
          <a:bodyPr anchor="ctr">
            <a:normAutofit fontScale="90000"/>
          </a:bodyPr>
          <a:lstStyle/>
          <a:p>
            <a:r>
              <a:rPr lang="en-US" dirty="0"/>
              <a:t>EDA </a:t>
            </a:r>
            <a:br>
              <a:rPr lang="en-US" dirty="0"/>
            </a:br>
            <a:r>
              <a:rPr lang="en-US" dirty="0" err="1"/>
              <a:t>Datakwaliteit</a:t>
            </a:r>
            <a:r>
              <a:rPr lang="en-US" dirty="0"/>
              <a:t> &amp; Anomalies</a:t>
            </a:r>
            <a:endParaRPr lang="en-US" dirty="0">
              <a:ea typeface="Calibri"/>
              <a:cs typeface="Calibri"/>
            </a:endParaRPr>
          </a:p>
        </p:txBody>
      </p:sp>
      <p:sp>
        <p:nvSpPr>
          <p:cNvPr id="4" name="Tekstvak 3">
            <a:extLst>
              <a:ext uri="{FF2B5EF4-FFF2-40B4-BE49-F238E27FC236}">
                <a16:creationId xmlns:a16="http://schemas.microsoft.com/office/drawing/2014/main" id="{630FAFAD-0D07-1C1B-E351-BA9FC1AC9267}"/>
              </a:ext>
            </a:extLst>
          </p:cNvPr>
          <p:cNvSpPr txBox="1"/>
          <p:nvPr/>
        </p:nvSpPr>
        <p:spPr>
          <a:xfrm>
            <a:off x="2327859" y="2732172"/>
            <a:ext cx="8294531" cy="31393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buFont typeface="Arial"/>
              <a:buChar char="•"/>
            </a:pPr>
            <a:r>
              <a:rPr lang="nl-NL">
                <a:ea typeface="+mn-lt"/>
                <a:cs typeface="+mn-lt"/>
              </a:rPr>
              <a:t>Column names</a:t>
            </a:r>
            <a:endParaRPr lang="nl-NL" dirty="0">
              <a:ea typeface="+mn-lt"/>
              <a:cs typeface="+mn-lt"/>
            </a:endParaRPr>
          </a:p>
          <a:p>
            <a:pPr>
              <a:buFont typeface="Arial"/>
              <a:buChar char="•"/>
            </a:pPr>
            <a:r>
              <a:rPr lang="nl-NL">
                <a:ea typeface="+mn-lt"/>
                <a:cs typeface="+mn-lt"/>
              </a:rPr>
              <a:t>Na-values</a:t>
            </a:r>
            <a:endParaRPr lang="nl-NL"/>
          </a:p>
          <a:p>
            <a:pPr>
              <a:buFont typeface="Arial"/>
              <a:buChar char="•"/>
            </a:pPr>
            <a:r>
              <a:rPr lang="nl-NL">
                <a:ea typeface="+mn-lt"/>
                <a:cs typeface="+mn-lt"/>
              </a:rPr>
              <a:t>Outliers</a:t>
            </a:r>
            <a:endParaRPr lang="nl-NL"/>
          </a:p>
          <a:p>
            <a:pPr>
              <a:buFont typeface="Arial"/>
              <a:buChar char="•"/>
            </a:pPr>
            <a:r>
              <a:rPr lang="nl-NL">
                <a:ea typeface="+mn-lt"/>
                <a:cs typeface="+mn-lt"/>
              </a:rPr>
              <a:t>(Ordered) categoricals</a:t>
            </a:r>
            <a:endParaRPr lang="nl-NL"/>
          </a:p>
          <a:p>
            <a:pPr algn="l">
              <a:buFont typeface="Arial"/>
              <a:buChar char="•"/>
            </a:pPr>
            <a:endParaRPr lang="nl-NL" dirty="0">
              <a:ea typeface="Calibri"/>
              <a:cs typeface="Calibri"/>
            </a:endParaRPr>
          </a:p>
          <a:p>
            <a:pPr>
              <a:buFont typeface="Arial"/>
              <a:buChar char="•"/>
            </a:pPr>
            <a:endParaRPr lang="nl-NL" dirty="0">
              <a:ea typeface="Calibri"/>
              <a:cs typeface="Calibri"/>
            </a:endParaRPr>
          </a:p>
          <a:p>
            <a:pPr>
              <a:buFont typeface="Arial"/>
              <a:buChar char="•"/>
            </a:pPr>
            <a:endParaRPr lang="nl-NL" dirty="0">
              <a:ea typeface="Calibri"/>
              <a:cs typeface="Calibri"/>
            </a:endParaRPr>
          </a:p>
          <a:p>
            <a:pPr>
              <a:buFont typeface="Arial"/>
              <a:buChar char="•"/>
            </a:pPr>
            <a:r>
              <a:rPr lang="nl-NL">
                <a:ea typeface="+mn-lt"/>
                <a:cs typeface="+mn-lt"/>
              </a:rPr>
              <a:t>Immense dataset: Geautomatiseerde extractie direct van Amazon S3.</a:t>
            </a:r>
            <a:endParaRPr lang="nl-NL" dirty="0">
              <a:ea typeface="Calibri"/>
              <a:cs typeface="Calibri"/>
            </a:endParaRPr>
          </a:p>
          <a:p>
            <a:pPr>
              <a:buFont typeface="Arial"/>
              <a:buChar char="•"/>
            </a:pPr>
            <a:r>
              <a:rPr lang="nl-NL">
                <a:ea typeface="+mn-lt"/>
                <a:cs typeface="+mn-lt"/>
              </a:rPr>
              <a:t>Data uit 2024 dynamisch samengevoegd.</a:t>
            </a:r>
            <a:endParaRPr lang="nl-NL"/>
          </a:p>
          <a:p>
            <a:pPr>
              <a:buFont typeface="Arial"/>
              <a:buChar char="•"/>
            </a:pPr>
            <a:endParaRPr lang="nl-NL" dirty="0">
              <a:ea typeface="Calibri"/>
              <a:cs typeface="Calibri"/>
            </a:endParaRPr>
          </a:p>
          <a:p>
            <a:pPr>
              <a:buFont typeface="Arial"/>
              <a:buChar char="•"/>
            </a:pPr>
            <a:endParaRPr lang="nl-NL" dirty="0">
              <a:ea typeface="Calibri"/>
              <a:cs typeface="Calibri"/>
            </a:endParaRPr>
          </a:p>
        </p:txBody>
      </p:sp>
      <p:pic>
        <p:nvPicPr>
          <p:cNvPr id="3" name="Afbeelding 2" descr="Afbeelding met wiel, band, transport, fiets&#10;&#10;Door AI gegenereerde inhoud is mogelijk onjuist.">
            <a:extLst>
              <a:ext uri="{FF2B5EF4-FFF2-40B4-BE49-F238E27FC236}">
                <a16:creationId xmlns:a16="http://schemas.microsoft.com/office/drawing/2014/main" id="{CA79B3F9-5B52-8726-B50A-D53AF127D45B}"/>
              </a:ext>
            </a:extLst>
          </p:cNvPr>
          <p:cNvPicPr>
            <a:picLocks noChangeAspect="1"/>
          </p:cNvPicPr>
          <p:nvPr/>
        </p:nvPicPr>
        <p:blipFill>
          <a:blip r:embed="rId3"/>
          <a:stretch>
            <a:fillRect/>
          </a:stretch>
        </p:blipFill>
        <p:spPr>
          <a:xfrm>
            <a:off x="9037184" y="-1815"/>
            <a:ext cx="1755776" cy="1110344"/>
          </a:xfrm>
          <a:prstGeom prst="rect">
            <a:avLst/>
          </a:prstGeom>
        </p:spPr>
      </p:pic>
    </p:spTree>
    <p:extLst>
      <p:ext uri="{BB962C8B-B14F-4D97-AF65-F5344CB8AC3E}">
        <p14:creationId xmlns:p14="http://schemas.microsoft.com/office/powerpoint/2010/main" val="19425245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F6F07-91D4-E31F-2E88-F4B0E78AC1E6}"/>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96B4BA2D-78C0-3601-8159-CBB50BC9BB6A}"/>
              </a:ext>
            </a:extLst>
          </p:cNvPr>
          <p:cNvSpPr>
            <a:spLocks noGrp="1"/>
          </p:cNvSpPr>
          <p:nvPr>
            <p:ph type="title"/>
          </p:nvPr>
        </p:nvSpPr>
        <p:spPr>
          <a:xfrm>
            <a:off x="1142196" y="358144"/>
            <a:ext cx="10769195" cy="1203813"/>
          </a:xfrm>
        </p:spPr>
        <p:txBody>
          <a:bodyPr anchor="ctr">
            <a:normAutofit fontScale="90000"/>
          </a:bodyPr>
          <a:lstStyle/>
          <a:p>
            <a:r>
              <a:rPr lang="en-US" dirty="0"/>
              <a:t>EDA </a:t>
            </a:r>
            <a:br>
              <a:rPr lang="en-US" dirty="0"/>
            </a:br>
            <a:r>
              <a:rPr lang="en-US" dirty="0"/>
              <a:t>De </a:t>
            </a:r>
            <a:r>
              <a:rPr lang="en-US" dirty="0" err="1"/>
              <a:t>Inzichten</a:t>
            </a:r>
            <a:endParaRPr lang="en-US">
              <a:ea typeface="Calibri"/>
              <a:cs typeface="Calibri"/>
            </a:endParaRPr>
          </a:p>
        </p:txBody>
      </p:sp>
      <p:pic>
        <p:nvPicPr>
          <p:cNvPr id="3" name="Afbeelding 2" descr="Afbeelding met wiel, band, transport, fiets&#10;&#10;Door AI gegenereerde inhoud is mogelijk onjuist.">
            <a:extLst>
              <a:ext uri="{FF2B5EF4-FFF2-40B4-BE49-F238E27FC236}">
                <a16:creationId xmlns:a16="http://schemas.microsoft.com/office/drawing/2014/main" id="{351EF1A5-57C4-7F36-0BB8-94037B4C4FF1}"/>
              </a:ext>
            </a:extLst>
          </p:cNvPr>
          <p:cNvPicPr>
            <a:picLocks noChangeAspect="1"/>
          </p:cNvPicPr>
          <p:nvPr/>
        </p:nvPicPr>
        <p:blipFill>
          <a:blip r:embed="rId3"/>
          <a:stretch>
            <a:fillRect/>
          </a:stretch>
        </p:blipFill>
        <p:spPr>
          <a:xfrm>
            <a:off x="9037184" y="-1815"/>
            <a:ext cx="1755776" cy="1110344"/>
          </a:xfrm>
          <a:prstGeom prst="rect">
            <a:avLst/>
          </a:prstGeom>
        </p:spPr>
      </p:pic>
      <p:sp>
        <p:nvSpPr>
          <p:cNvPr id="4" name="Tekstvak 3">
            <a:extLst>
              <a:ext uri="{FF2B5EF4-FFF2-40B4-BE49-F238E27FC236}">
                <a16:creationId xmlns:a16="http://schemas.microsoft.com/office/drawing/2014/main" id="{5F1BC622-C097-2B14-1C5C-3AFE6B6880FD}"/>
              </a:ext>
            </a:extLst>
          </p:cNvPr>
          <p:cNvSpPr txBox="1"/>
          <p:nvPr/>
        </p:nvSpPr>
        <p:spPr>
          <a:xfrm>
            <a:off x="2327859" y="2732172"/>
            <a:ext cx="8294531"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buFont typeface="Arial"/>
              <a:buChar char="•"/>
            </a:pPr>
            <a:r>
              <a:rPr lang="nl-NL">
                <a:ea typeface="+mn-lt"/>
                <a:cs typeface="+mn-lt"/>
              </a:rPr>
              <a:t>Doel: Voorspellen of een fietser een </a:t>
            </a:r>
            <a:r>
              <a:rPr lang="nl-NL" b="1">
                <a:ea typeface="+mn-lt"/>
                <a:cs typeface="+mn-lt"/>
              </a:rPr>
              <a:t>Member</a:t>
            </a:r>
            <a:r>
              <a:rPr lang="nl-NL">
                <a:ea typeface="+mn-lt"/>
                <a:cs typeface="+mn-lt"/>
              </a:rPr>
              <a:t> of een </a:t>
            </a:r>
            <a:r>
              <a:rPr lang="nl-NL" b="1">
                <a:ea typeface="+mn-lt"/>
                <a:cs typeface="+mn-lt"/>
              </a:rPr>
              <a:t>Casual</a:t>
            </a:r>
            <a:r>
              <a:rPr lang="nl-NL">
                <a:ea typeface="+mn-lt"/>
                <a:cs typeface="+mn-lt"/>
              </a:rPr>
              <a:t> is (Classificatie).</a:t>
            </a:r>
            <a:endParaRPr lang="nl-NL" dirty="0">
              <a:ea typeface="+mn-lt"/>
              <a:cs typeface="+mn-lt"/>
            </a:endParaRPr>
          </a:p>
          <a:p>
            <a:pPr>
              <a:buFont typeface="Arial"/>
              <a:buChar char="•"/>
            </a:pPr>
            <a:r>
              <a:rPr lang="nl-NL">
                <a:ea typeface="+mn-lt"/>
                <a:cs typeface="+mn-lt"/>
              </a:rPr>
              <a:t>Inzicht: Sterke imbalanced data (~88% Members, ~12% Casuals).</a:t>
            </a:r>
            <a:endParaRPr lang="nl-NL"/>
          </a:p>
          <a:p>
            <a:pPr algn="l">
              <a:buFont typeface="Arial"/>
              <a:buChar char="•"/>
            </a:pPr>
            <a:endParaRPr lang="nl-NL" dirty="0">
              <a:ea typeface="Calibri"/>
              <a:cs typeface="Calibri"/>
            </a:endParaRPr>
          </a:p>
        </p:txBody>
      </p:sp>
    </p:spTree>
    <p:extLst>
      <p:ext uri="{BB962C8B-B14F-4D97-AF65-F5344CB8AC3E}">
        <p14:creationId xmlns:p14="http://schemas.microsoft.com/office/powerpoint/2010/main" val="39505241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6F5059-A289-96C4-35AC-937A23E12AF2}"/>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3A544B45-3D66-6525-EF5D-AA4A64B6B8F0}"/>
              </a:ext>
            </a:extLst>
          </p:cNvPr>
          <p:cNvSpPr>
            <a:spLocks noGrp="1"/>
          </p:cNvSpPr>
          <p:nvPr>
            <p:ph type="title"/>
          </p:nvPr>
        </p:nvSpPr>
        <p:spPr>
          <a:xfrm>
            <a:off x="1142196" y="358144"/>
            <a:ext cx="10769195" cy="1203813"/>
          </a:xfrm>
        </p:spPr>
        <p:txBody>
          <a:bodyPr anchor="ctr">
            <a:normAutofit fontScale="90000"/>
          </a:bodyPr>
          <a:lstStyle/>
          <a:p>
            <a:r>
              <a:rPr lang="en-US" dirty="0"/>
              <a:t>EDA </a:t>
            </a:r>
            <a:br>
              <a:rPr lang="en-US" dirty="0"/>
            </a:br>
            <a:r>
              <a:rPr lang="en-US" dirty="0" err="1"/>
              <a:t>Statistisch</a:t>
            </a:r>
            <a:r>
              <a:rPr lang="en-US" dirty="0"/>
              <a:t> </a:t>
            </a:r>
            <a:r>
              <a:rPr lang="en-US" dirty="0" err="1"/>
              <a:t>Bewijs</a:t>
            </a:r>
            <a:endParaRPr lang="en-US" dirty="0" err="1">
              <a:ea typeface="Calibri"/>
              <a:cs typeface="Calibri"/>
            </a:endParaRPr>
          </a:p>
        </p:txBody>
      </p:sp>
      <p:pic>
        <p:nvPicPr>
          <p:cNvPr id="3" name="Afbeelding 2" descr="Afbeelding met wiel, band, transport, fiets&#10;&#10;Door AI gegenereerde inhoud is mogelijk onjuist.">
            <a:extLst>
              <a:ext uri="{FF2B5EF4-FFF2-40B4-BE49-F238E27FC236}">
                <a16:creationId xmlns:a16="http://schemas.microsoft.com/office/drawing/2014/main" id="{2C1239B8-69F2-A445-F494-5926E681B05D}"/>
              </a:ext>
            </a:extLst>
          </p:cNvPr>
          <p:cNvPicPr>
            <a:picLocks noChangeAspect="1"/>
          </p:cNvPicPr>
          <p:nvPr/>
        </p:nvPicPr>
        <p:blipFill>
          <a:blip r:embed="rId3"/>
          <a:stretch>
            <a:fillRect/>
          </a:stretch>
        </p:blipFill>
        <p:spPr>
          <a:xfrm>
            <a:off x="9037184" y="-1815"/>
            <a:ext cx="1755776" cy="1110344"/>
          </a:xfrm>
          <a:prstGeom prst="rect">
            <a:avLst/>
          </a:prstGeom>
        </p:spPr>
      </p:pic>
      <p:sp>
        <p:nvSpPr>
          <p:cNvPr id="4" name="Tekstvak 3">
            <a:extLst>
              <a:ext uri="{FF2B5EF4-FFF2-40B4-BE49-F238E27FC236}">
                <a16:creationId xmlns:a16="http://schemas.microsoft.com/office/drawing/2014/main" id="{E6C80EF6-3354-4076-7BFF-A4980DCFBC2A}"/>
              </a:ext>
            </a:extLst>
          </p:cNvPr>
          <p:cNvSpPr txBox="1"/>
          <p:nvPr/>
        </p:nvSpPr>
        <p:spPr>
          <a:xfrm>
            <a:off x="2327859" y="2732172"/>
            <a:ext cx="8294531"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buFont typeface="Arial"/>
              <a:buChar char="•"/>
            </a:pPr>
            <a:r>
              <a:rPr lang="nl-NL" i="1">
                <a:ea typeface="+mn-lt"/>
                <a:cs typeface="+mn-lt"/>
              </a:rPr>
              <a:t>Testable Hypothesis:</a:t>
            </a:r>
            <a:r>
              <a:rPr lang="nl-NL">
                <a:ea typeface="+mn-lt"/>
                <a:cs typeface="+mn-lt"/>
              </a:rPr>
              <a:t> Casuals fietsen langer dan Members.</a:t>
            </a:r>
            <a:endParaRPr lang="nl-NL" dirty="0">
              <a:ea typeface="Calibri"/>
              <a:cs typeface="Calibri"/>
            </a:endParaRPr>
          </a:p>
          <a:p>
            <a:pPr>
              <a:buFont typeface="Arial"/>
              <a:buChar char="•"/>
            </a:pPr>
            <a:r>
              <a:rPr lang="nl-NL" i="1">
                <a:ea typeface="+mn-lt"/>
                <a:cs typeface="+mn-lt"/>
              </a:rPr>
              <a:t>Statistisch Bewijs:</a:t>
            </a:r>
            <a:r>
              <a:rPr lang="nl-NL">
                <a:ea typeface="+mn-lt"/>
                <a:cs typeface="+mn-lt"/>
              </a:rPr>
              <a:t> Uitgebreide T-Test wijst uit: P-waarde &lt; 0.05.</a:t>
            </a:r>
          </a:p>
          <a:p>
            <a:pPr algn="l">
              <a:buFont typeface="Arial"/>
              <a:buChar char="•"/>
            </a:pPr>
            <a:endParaRPr lang="nl-NL" dirty="0">
              <a:ea typeface="Calibri"/>
              <a:cs typeface="Calibri"/>
            </a:endParaRPr>
          </a:p>
        </p:txBody>
      </p:sp>
    </p:spTree>
    <p:extLst>
      <p:ext uri="{BB962C8B-B14F-4D97-AF65-F5344CB8AC3E}">
        <p14:creationId xmlns:p14="http://schemas.microsoft.com/office/powerpoint/2010/main" val="41664650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1C3219-ACE1-731F-63D5-3F3735ED77DD}"/>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F62987ED-3D0A-8B4E-B4DD-BF33C2EDDFD0}"/>
              </a:ext>
            </a:extLst>
          </p:cNvPr>
          <p:cNvSpPr>
            <a:spLocks noGrp="1"/>
          </p:cNvSpPr>
          <p:nvPr>
            <p:ph type="title"/>
          </p:nvPr>
        </p:nvSpPr>
        <p:spPr>
          <a:xfrm>
            <a:off x="1142196" y="358144"/>
            <a:ext cx="10769195" cy="1203813"/>
          </a:xfrm>
        </p:spPr>
        <p:txBody>
          <a:bodyPr anchor="ctr">
            <a:normAutofit fontScale="90000"/>
          </a:bodyPr>
          <a:lstStyle/>
          <a:p>
            <a:r>
              <a:rPr lang="en-US" dirty="0"/>
              <a:t>EDA </a:t>
            </a:r>
            <a:br>
              <a:rPr lang="en-US" dirty="0"/>
            </a:br>
            <a:r>
              <a:rPr lang="en-US" dirty="0"/>
              <a:t>Aggregatie &amp; </a:t>
            </a:r>
            <a:r>
              <a:rPr lang="en-US" dirty="0" err="1"/>
              <a:t>Visualisatie</a:t>
            </a:r>
            <a:endParaRPr lang="en-US" dirty="0" err="1">
              <a:ea typeface="Calibri"/>
              <a:cs typeface="Calibri"/>
            </a:endParaRPr>
          </a:p>
        </p:txBody>
      </p:sp>
      <p:pic>
        <p:nvPicPr>
          <p:cNvPr id="3" name="Afbeelding 2" descr="Afbeelding met wiel, band, transport, fiets&#10;&#10;Door AI gegenereerde inhoud is mogelijk onjuist.">
            <a:extLst>
              <a:ext uri="{FF2B5EF4-FFF2-40B4-BE49-F238E27FC236}">
                <a16:creationId xmlns:a16="http://schemas.microsoft.com/office/drawing/2014/main" id="{68DB37E9-D65B-6D44-1330-39EDB998BB79}"/>
              </a:ext>
            </a:extLst>
          </p:cNvPr>
          <p:cNvPicPr>
            <a:picLocks noChangeAspect="1"/>
          </p:cNvPicPr>
          <p:nvPr/>
        </p:nvPicPr>
        <p:blipFill>
          <a:blip r:embed="rId3"/>
          <a:stretch>
            <a:fillRect/>
          </a:stretch>
        </p:blipFill>
        <p:spPr>
          <a:xfrm>
            <a:off x="9037184" y="-1815"/>
            <a:ext cx="1755776" cy="1110344"/>
          </a:xfrm>
          <a:prstGeom prst="rect">
            <a:avLst/>
          </a:prstGeom>
        </p:spPr>
      </p:pic>
      <p:sp>
        <p:nvSpPr>
          <p:cNvPr id="4" name="Tekstvak 3">
            <a:extLst>
              <a:ext uri="{FF2B5EF4-FFF2-40B4-BE49-F238E27FC236}">
                <a16:creationId xmlns:a16="http://schemas.microsoft.com/office/drawing/2014/main" id="{F8A557ED-14E7-E86B-6567-185B41234F04}"/>
              </a:ext>
            </a:extLst>
          </p:cNvPr>
          <p:cNvSpPr txBox="1"/>
          <p:nvPr/>
        </p:nvSpPr>
        <p:spPr>
          <a:xfrm>
            <a:off x="2327859" y="2732172"/>
            <a:ext cx="8294531" cy="175432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buFont typeface="Arial"/>
              <a:buChar char="•"/>
            </a:pPr>
            <a:r>
              <a:rPr lang="nl-NL" i="1">
                <a:ea typeface="+mn-lt"/>
                <a:cs typeface="+mn-lt"/>
              </a:rPr>
              <a:t>Zet op deze slide 1 of 2 grafieken uit je notebook.</a:t>
            </a:r>
            <a:r>
              <a:rPr lang="nl-NL">
                <a:ea typeface="+mn-lt"/>
                <a:cs typeface="+mn-lt"/>
              </a:rPr>
              <a:t> Bijvoorbeeld de staafgrafiek (bar chart) die het gigantische verschil laat zien tussen het aantal ritten van Members en Casuals, of de grafiek over ritduur. </a:t>
            </a:r>
            <a:r>
              <a:rPr lang="nl-NL" i="1">
                <a:ea typeface="+mn-lt"/>
                <a:cs typeface="+mn-lt"/>
              </a:rPr>
              <a:t>(Jullie grafieken over het aantal ritten of ritduur)</a:t>
            </a:r>
            <a:endParaRPr lang="nl-NL" dirty="0">
              <a:ea typeface="+mn-lt"/>
              <a:cs typeface="+mn-lt"/>
            </a:endParaRPr>
          </a:p>
          <a:p>
            <a:pPr>
              <a:buFont typeface="Arial"/>
              <a:buChar char="•"/>
            </a:pPr>
            <a:r>
              <a:rPr lang="nl-NL">
                <a:ea typeface="+mn-lt"/>
                <a:cs typeface="+mn-lt"/>
              </a:rPr>
              <a:t>Duidelijke segmentatie zichtbaar.</a:t>
            </a:r>
            <a:endParaRPr lang="nl-NL"/>
          </a:p>
          <a:p>
            <a:pPr>
              <a:buFont typeface="Arial"/>
              <a:buChar char="•"/>
            </a:pPr>
            <a:endParaRPr lang="nl-NL" dirty="0">
              <a:ea typeface="+mn-lt"/>
              <a:cs typeface="+mn-lt"/>
            </a:endParaRPr>
          </a:p>
          <a:p>
            <a:pPr>
              <a:buFont typeface="Arial"/>
              <a:buChar char="•"/>
            </a:pPr>
            <a:endParaRPr lang="nl-NL" dirty="0">
              <a:ea typeface="Calibri"/>
              <a:cs typeface="Calibri"/>
            </a:endParaRPr>
          </a:p>
        </p:txBody>
      </p:sp>
      <p:sp>
        <p:nvSpPr>
          <p:cNvPr id="5" name="TextBox 2">
            <a:extLst>
              <a:ext uri="{FF2B5EF4-FFF2-40B4-BE49-F238E27FC236}">
                <a16:creationId xmlns:a16="http://schemas.microsoft.com/office/drawing/2014/main" id="{D5F73D9E-50CE-B38F-5663-AE259EDB84A4}"/>
              </a:ext>
            </a:extLst>
          </p:cNvPr>
          <p:cNvSpPr txBox="1"/>
          <p:nvPr/>
        </p:nvSpPr>
        <p:spPr>
          <a:xfrm>
            <a:off x="3994287" y="5105046"/>
            <a:ext cx="4200355" cy="1754326"/>
          </a:xfrm>
          <a:prstGeom prst="rect">
            <a:avLst/>
          </a:prstGeom>
          <a:noFill/>
        </p:spPr>
        <p:txBody>
          <a:bodyPr wrap="square" lIns="91440" tIns="45720" rIns="91440" bIns="45720" rtlCol="0" anchor="t">
            <a:spAutoFit/>
          </a:bodyPr>
          <a:lstStyle/>
          <a:p>
            <a:endParaRPr lang="nl-BE" dirty="0"/>
          </a:p>
          <a:p>
            <a:r>
              <a:rPr lang="en-US" dirty="0" err="1"/>
              <a:t>Grafieken</a:t>
            </a:r>
            <a:r>
              <a:rPr lang="en-US" dirty="0"/>
              <a:t> SCREENSHOT</a:t>
            </a:r>
            <a:endParaRPr lang="en-US" dirty="0">
              <a:ea typeface="Calibri"/>
              <a:cs typeface="Calibri"/>
            </a:endParaRPr>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12096960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9C87D5-65D5-A6F1-55AD-AB727E8324C1}"/>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BF358C0-4861-743E-773E-ED8D210043F6}"/>
              </a:ext>
            </a:extLst>
          </p:cNvPr>
          <p:cNvSpPr>
            <a:spLocks noGrp="1"/>
          </p:cNvSpPr>
          <p:nvPr>
            <p:ph type="title"/>
          </p:nvPr>
        </p:nvSpPr>
        <p:spPr/>
        <p:txBody>
          <a:bodyPr/>
          <a:lstStyle/>
          <a:p>
            <a:r>
              <a:rPr lang="en-US" dirty="0"/>
              <a:t>Feature Engineering</a:t>
            </a:r>
          </a:p>
        </p:txBody>
      </p:sp>
      <p:pic>
        <p:nvPicPr>
          <p:cNvPr id="10" name="Afbeelding 9" descr="Afbeelding met wiel, band, transport, fiets&#10;&#10;Door AI gegenereerde inhoud is mogelijk onjuist.">
            <a:extLst>
              <a:ext uri="{FF2B5EF4-FFF2-40B4-BE49-F238E27FC236}">
                <a16:creationId xmlns:a16="http://schemas.microsoft.com/office/drawing/2014/main" id="{7BAF81C1-C7F3-7A35-4C16-9BABBCC670FB}"/>
              </a:ext>
            </a:extLst>
          </p:cNvPr>
          <p:cNvPicPr>
            <a:picLocks noChangeAspect="1"/>
          </p:cNvPicPr>
          <p:nvPr/>
        </p:nvPicPr>
        <p:blipFill>
          <a:blip r:embed="rId3"/>
          <a:stretch>
            <a:fillRect/>
          </a:stretch>
        </p:blipFill>
        <p:spPr>
          <a:xfrm>
            <a:off x="8193541" y="524328"/>
            <a:ext cx="1755776" cy="1110344"/>
          </a:xfrm>
          <a:prstGeom prst="rect">
            <a:avLst/>
          </a:prstGeom>
        </p:spPr>
      </p:pic>
      <p:sp>
        <p:nvSpPr>
          <p:cNvPr id="12" name="Tekstvak 11">
            <a:extLst>
              <a:ext uri="{FF2B5EF4-FFF2-40B4-BE49-F238E27FC236}">
                <a16:creationId xmlns:a16="http://schemas.microsoft.com/office/drawing/2014/main" id="{12A3FC73-0531-F8BD-B782-61CDE128B346}"/>
              </a:ext>
            </a:extLst>
          </p:cNvPr>
          <p:cNvSpPr txBox="1"/>
          <p:nvPr/>
        </p:nvSpPr>
        <p:spPr>
          <a:xfrm>
            <a:off x="3316645" y="2097172"/>
            <a:ext cx="8294531"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buFont typeface="Arial"/>
              <a:buChar char="•"/>
            </a:pPr>
            <a:r>
              <a:rPr lang="nl-NL">
                <a:solidFill>
                  <a:schemeClr val="bg1"/>
                </a:solidFill>
                <a:ea typeface="+mn-lt"/>
                <a:cs typeface="+mn-lt"/>
              </a:rPr>
              <a:t>Haversine Formule: Afstand in kilometers o.b.v. GPS berekend.</a:t>
            </a:r>
            <a:endParaRPr lang="nl-NL" dirty="0">
              <a:solidFill>
                <a:schemeClr val="bg1"/>
              </a:solidFill>
              <a:ea typeface="+mn-lt"/>
              <a:cs typeface="+mn-lt"/>
            </a:endParaRPr>
          </a:p>
          <a:p>
            <a:pPr>
              <a:buFont typeface="Arial"/>
              <a:buChar char="•"/>
            </a:pPr>
            <a:r>
              <a:rPr lang="nl-NL">
                <a:solidFill>
                  <a:schemeClr val="bg1"/>
                </a:solidFill>
                <a:ea typeface="+mn-lt"/>
                <a:cs typeface="+mn-lt"/>
              </a:rPr>
              <a:t>Interaction Feature: Gemiddelde snelheid (km/u) berekend.</a:t>
            </a:r>
            <a:endParaRPr lang="nl-NL">
              <a:solidFill>
                <a:schemeClr val="bg1"/>
              </a:solidFill>
              <a:ea typeface="Calibri"/>
              <a:cs typeface="Calibri"/>
            </a:endParaRPr>
          </a:p>
          <a:p>
            <a:pPr>
              <a:buFont typeface="Arial"/>
              <a:buChar char="•"/>
            </a:pPr>
            <a:endParaRPr lang="nl-NL" dirty="0">
              <a:solidFill>
                <a:schemeClr val="bg1"/>
              </a:solidFill>
              <a:ea typeface="+mn-lt"/>
              <a:cs typeface="+mn-lt"/>
            </a:endParaRPr>
          </a:p>
        </p:txBody>
      </p:sp>
    </p:spTree>
    <p:extLst>
      <p:ext uri="{BB962C8B-B14F-4D97-AF65-F5344CB8AC3E}">
        <p14:creationId xmlns:p14="http://schemas.microsoft.com/office/powerpoint/2010/main" val="21178857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25ACC-B09B-5488-FB00-3F3F2F7484D8}"/>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3429333D-C4E9-1F95-510E-03ED1FD72CE8}"/>
              </a:ext>
            </a:extLst>
          </p:cNvPr>
          <p:cNvSpPr>
            <a:spLocks noGrp="1"/>
          </p:cNvSpPr>
          <p:nvPr>
            <p:ph type="title"/>
          </p:nvPr>
        </p:nvSpPr>
        <p:spPr>
          <a:xfrm>
            <a:off x="1142196" y="358144"/>
            <a:ext cx="10769195" cy="1203813"/>
          </a:xfrm>
        </p:spPr>
        <p:txBody>
          <a:bodyPr anchor="ctr">
            <a:normAutofit fontScale="90000"/>
          </a:bodyPr>
          <a:lstStyle/>
          <a:p>
            <a:r>
              <a:rPr lang="en-US" dirty="0"/>
              <a:t>EDA </a:t>
            </a:r>
            <a:br>
              <a:rPr lang="en-US" dirty="0"/>
            </a:br>
            <a:r>
              <a:rPr lang="en-US" dirty="0" err="1"/>
              <a:t>Modellering</a:t>
            </a:r>
            <a:r>
              <a:rPr lang="en-US" dirty="0"/>
              <a:t> &amp; AutoML</a:t>
            </a:r>
          </a:p>
        </p:txBody>
      </p:sp>
      <p:pic>
        <p:nvPicPr>
          <p:cNvPr id="3" name="Afbeelding 2" descr="Afbeelding met wiel, band, transport, fiets&#10;&#10;Door AI gegenereerde inhoud is mogelijk onjuist.">
            <a:extLst>
              <a:ext uri="{FF2B5EF4-FFF2-40B4-BE49-F238E27FC236}">
                <a16:creationId xmlns:a16="http://schemas.microsoft.com/office/drawing/2014/main" id="{4CEB5653-9276-2D1A-659F-2189C47FED8C}"/>
              </a:ext>
            </a:extLst>
          </p:cNvPr>
          <p:cNvPicPr>
            <a:picLocks noChangeAspect="1"/>
          </p:cNvPicPr>
          <p:nvPr/>
        </p:nvPicPr>
        <p:blipFill>
          <a:blip r:embed="rId3"/>
          <a:stretch>
            <a:fillRect/>
          </a:stretch>
        </p:blipFill>
        <p:spPr>
          <a:xfrm>
            <a:off x="9037184" y="-1815"/>
            <a:ext cx="1755776" cy="1110344"/>
          </a:xfrm>
          <a:prstGeom prst="rect">
            <a:avLst/>
          </a:prstGeom>
        </p:spPr>
      </p:pic>
      <p:sp>
        <p:nvSpPr>
          <p:cNvPr id="4" name="Tekstvak 3">
            <a:extLst>
              <a:ext uri="{FF2B5EF4-FFF2-40B4-BE49-F238E27FC236}">
                <a16:creationId xmlns:a16="http://schemas.microsoft.com/office/drawing/2014/main" id="{A91E0081-9C1E-3E3B-B1D3-23F1E068053A}"/>
              </a:ext>
            </a:extLst>
          </p:cNvPr>
          <p:cNvSpPr txBox="1"/>
          <p:nvPr/>
        </p:nvSpPr>
        <p:spPr>
          <a:xfrm>
            <a:off x="2327859" y="2732172"/>
            <a:ext cx="8294531"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buFont typeface="Arial"/>
              <a:buChar char="•"/>
            </a:pPr>
            <a:r>
              <a:rPr lang="nl-NL">
                <a:ea typeface="+mn-lt"/>
                <a:cs typeface="+mn-lt"/>
              </a:rPr>
              <a:t>Brent onderzocht Regressie (Voorspellen van de ritduur).</a:t>
            </a:r>
            <a:endParaRPr lang="nl-NL" dirty="0">
              <a:ea typeface="+mn-lt"/>
              <a:cs typeface="+mn-lt"/>
            </a:endParaRPr>
          </a:p>
          <a:p>
            <a:pPr>
              <a:buFont typeface="Arial"/>
              <a:buChar char="•"/>
            </a:pPr>
            <a:r>
              <a:rPr lang="nl-NL">
                <a:ea typeface="+mn-lt"/>
                <a:cs typeface="+mn-lt"/>
              </a:rPr>
              <a:t>Ons gezamenlijke doel: Classificatie (Voorspellen Member/Casual).</a:t>
            </a:r>
            <a:endParaRPr lang="nl-NL"/>
          </a:p>
          <a:p>
            <a:pPr>
              <a:buFont typeface="Arial"/>
              <a:buChar char="•"/>
            </a:pPr>
            <a:r>
              <a:rPr lang="nl-NL">
                <a:ea typeface="+mn-lt"/>
                <a:cs typeface="+mn-lt"/>
              </a:rPr>
              <a:t>FLAML en XGBoost ingezet.</a:t>
            </a:r>
          </a:p>
          <a:p>
            <a:pPr>
              <a:buFont typeface="Arial"/>
              <a:buChar char="•"/>
            </a:pPr>
            <a:endParaRPr lang="nl-NL" dirty="0">
              <a:ea typeface="+mn-lt"/>
              <a:cs typeface="+mn-lt"/>
            </a:endParaRPr>
          </a:p>
        </p:txBody>
      </p:sp>
    </p:spTree>
    <p:extLst>
      <p:ext uri="{BB962C8B-B14F-4D97-AF65-F5344CB8AC3E}">
        <p14:creationId xmlns:p14="http://schemas.microsoft.com/office/powerpoint/2010/main" val="1148628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63A333-5630-09F3-C049-E51F35F66CA7}"/>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0DBDA4E1-A7C4-2D95-1C87-389E43F9B3FA}"/>
              </a:ext>
            </a:extLst>
          </p:cNvPr>
          <p:cNvSpPr>
            <a:spLocks noGrp="1"/>
          </p:cNvSpPr>
          <p:nvPr>
            <p:ph type="title"/>
          </p:nvPr>
        </p:nvSpPr>
        <p:spPr>
          <a:xfrm>
            <a:off x="1142196" y="358144"/>
            <a:ext cx="10769195" cy="1203813"/>
          </a:xfrm>
        </p:spPr>
        <p:txBody>
          <a:bodyPr anchor="ctr">
            <a:normAutofit fontScale="90000"/>
          </a:bodyPr>
          <a:lstStyle/>
          <a:p>
            <a:r>
              <a:rPr lang="en-US" dirty="0"/>
              <a:t>EDA </a:t>
            </a:r>
            <a:br>
              <a:rPr lang="en-US" dirty="0"/>
            </a:br>
            <a:r>
              <a:rPr lang="en-US" dirty="0"/>
              <a:t>Model </a:t>
            </a:r>
            <a:r>
              <a:rPr lang="en-US" dirty="0" err="1"/>
              <a:t>Evaluatie</a:t>
            </a:r>
            <a:r>
              <a:rPr lang="en-US" dirty="0"/>
              <a:t> &amp; </a:t>
            </a:r>
            <a:r>
              <a:rPr lang="en-US" dirty="0" err="1"/>
              <a:t>Conclusie</a:t>
            </a:r>
            <a:endParaRPr lang="nl-NL" dirty="0" err="1"/>
          </a:p>
        </p:txBody>
      </p:sp>
      <p:pic>
        <p:nvPicPr>
          <p:cNvPr id="3" name="Afbeelding 2" descr="Afbeelding met wiel, band, transport, fiets&#10;&#10;Door AI gegenereerde inhoud is mogelijk onjuist.">
            <a:extLst>
              <a:ext uri="{FF2B5EF4-FFF2-40B4-BE49-F238E27FC236}">
                <a16:creationId xmlns:a16="http://schemas.microsoft.com/office/drawing/2014/main" id="{8B85E2CD-9835-4D0D-C100-AEFFBC5924C5}"/>
              </a:ext>
            </a:extLst>
          </p:cNvPr>
          <p:cNvPicPr>
            <a:picLocks noChangeAspect="1"/>
          </p:cNvPicPr>
          <p:nvPr/>
        </p:nvPicPr>
        <p:blipFill>
          <a:blip r:embed="rId3"/>
          <a:stretch>
            <a:fillRect/>
          </a:stretch>
        </p:blipFill>
        <p:spPr>
          <a:xfrm>
            <a:off x="9037184" y="-1815"/>
            <a:ext cx="1755776" cy="1110344"/>
          </a:xfrm>
          <a:prstGeom prst="rect">
            <a:avLst/>
          </a:prstGeom>
        </p:spPr>
      </p:pic>
      <p:sp>
        <p:nvSpPr>
          <p:cNvPr id="4" name="Tekstvak 3">
            <a:extLst>
              <a:ext uri="{FF2B5EF4-FFF2-40B4-BE49-F238E27FC236}">
                <a16:creationId xmlns:a16="http://schemas.microsoft.com/office/drawing/2014/main" id="{50C3EEBB-8DFA-13D6-425F-DB153868A40E}"/>
              </a:ext>
            </a:extLst>
          </p:cNvPr>
          <p:cNvSpPr txBox="1"/>
          <p:nvPr/>
        </p:nvSpPr>
        <p:spPr>
          <a:xfrm>
            <a:off x="2327859" y="2732172"/>
            <a:ext cx="8294531"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buFont typeface="Arial"/>
              <a:buChar char="•"/>
            </a:pPr>
            <a:r>
              <a:rPr lang="nl-NL">
                <a:ea typeface="+mn-lt"/>
                <a:cs typeface="+mn-lt"/>
              </a:rPr>
              <a:t>Een model dat blind "Member" roept = 88% Accuracy!</a:t>
            </a:r>
            <a:endParaRPr lang="nl-NL" dirty="0">
              <a:ea typeface="+mn-lt"/>
              <a:cs typeface="+mn-lt"/>
            </a:endParaRPr>
          </a:p>
          <a:p>
            <a:pPr>
              <a:buFont typeface="Arial"/>
              <a:buChar char="•"/>
            </a:pPr>
            <a:r>
              <a:rPr lang="nl-NL" b="1">
                <a:ea typeface="+mn-lt"/>
                <a:cs typeface="+mn-lt"/>
              </a:rPr>
              <a:t>Onze Metric:</a:t>
            </a:r>
            <a:r>
              <a:rPr lang="nl-NL">
                <a:ea typeface="+mn-lt"/>
                <a:cs typeface="+mn-lt"/>
              </a:rPr>
              <a:t> Focus op AUC en de ROC-curve.</a:t>
            </a:r>
          </a:p>
          <a:p>
            <a:pPr>
              <a:buFont typeface="Arial"/>
              <a:buChar char="•"/>
            </a:pPr>
            <a:r>
              <a:rPr lang="nl-NL" b="1">
                <a:ea typeface="+mn-lt"/>
                <a:cs typeface="+mn-lt"/>
              </a:rPr>
              <a:t>Geen R-Squared:</a:t>
            </a:r>
            <a:r>
              <a:rPr lang="nl-NL">
                <a:ea typeface="+mn-lt"/>
                <a:cs typeface="+mn-lt"/>
              </a:rPr>
              <a:t> Want we doen Classificatie, geen Regressie.</a:t>
            </a:r>
            <a:endParaRPr lang="nl-NL"/>
          </a:p>
          <a:p>
            <a:pPr>
              <a:buFont typeface="Arial"/>
              <a:buChar char="•"/>
            </a:pPr>
            <a:endParaRPr lang="nl-NL" dirty="0">
              <a:ea typeface="Calibri"/>
              <a:cs typeface="Calibri"/>
            </a:endParaRPr>
          </a:p>
        </p:txBody>
      </p:sp>
    </p:spTree>
    <p:extLst>
      <p:ext uri="{BB962C8B-B14F-4D97-AF65-F5344CB8AC3E}">
        <p14:creationId xmlns:p14="http://schemas.microsoft.com/office/powerpoint/2010/main" val="15834532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F501E7-51BF-7BCB-2EF4-5823731AACC6}"/>
              </a:ext>
            </a:extLst>
          </p:cNvPr>
          <p:cNvSpPr>
            <a:spLocks noGrp="1"/>
          </p:cNvSpPr>
          <p:nvPr>
            <p:ph type="title"/>
          </p:nvPr>
        </p:nvSpPr>
        <p:spPr>
          <a:xfrm>
            <a:off x="1044840" y="343028"/>
            <a:ext cx="10994760" cy="1199787"/>
          </a:xfrm>
        </p:spPr>
        <p:txBody>
          <a:bodyPr>
            <a:normAutofit/>
          </a:bodyPr>
          <a:lstStyle/>
          <a:p>
            <a:r>
              <a:rPr lang="en-US" sz="4000">
                <a:effectLst/>
              </a:rPr>
              <a:t>Struikelblokken ​</a:t>
            </a:r>
            <a:endParaRPr lang="en-US" sz="4000"/>
          </a:p>
        </p:txBody>
      </p:sp>
      <p:sp>
        <p:nvSpPr>
          <p:cNvPr id="3" name="Content Placeholder 2">
            <a:extLst>
              <a:ext uri="{FF2B5EF4-FFF2-40B4-BE49-F238E27FC236}">
                <a16:creationId xmlns:a16="http://schemas.microsoft.com/office/drawing/2014/main" id="{616A6AE3-71E9-7FDD-F20E-5487E0868641}"/>
              </a:ext>
            </a:extLst>
          </p:cNvPr>
          <p:cNvSpPr>
            <a:spLocks noGrp="1"/>
          </p:cNvSpPr>
          <p:nvPr>
            <p:ph idx="1"/>
          </p:nvPr>
        </p:nvSpPr>
        <p:spPr/>
        <p:txBody>
          <a:bodyPr/>
          <a:lstStyle/>
          <a:p>
            <a:endParaRPr lang="en-US" dirty="0"/>
          </a:p>
          <a:p>
            <a:endParaRPr lang="en-US" dirty="0"/>
          </a:p>
          <a:p>
            <a:endParaRPr lang="en-US" dirty="0"/>
          </a:p>
          <a:p>
            <a:endParaRPr lang="en-US" dirty="0"/>
          </a:p>
        </p:txBody>
      </p:sp>
      <p:pic>
        <p:nvPicPr>
          <p:cNvPr id="1026" name="Picture 2" descr="Neural Network Pruning: How to Accelerate Inference with Minimal Accuracy  Loss | Practical ML">
            <a:extLst>
              <a:ext uri="{FF2B5EF4-FFF2-40B4-BE49-F238E27FC236}">
                <a16:creationId xmlns:a16="http://schemas.microsoft.com/office/drawing/2014/main" id="{92F7576C-D75F-6F56-0E4D-420F3A5DFA5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1410457">
            <a:off x="953692" y="2874152"/>
            <a:ext cx="4679659" cy="311977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9809271C-BB44-DB37-E446-290D4BA2E921}"/>
              </a:ext>
            </a:extLst>
          </p:cNvPr>
          <p:cNvSpPr txBox="1"/>
          <p:nvPr/>
        </p:nvSpPr>
        <p:spPr>
          <a:xfrm>
            <a:off x="6131009" y="5088138"/>
            <a:ext cx="1899347" cy="1477328"/>
          </a:xfrm>
          <a:prstGeom prst="rect">
            <a:avLst/>
          </a:prstGeom>
          <a:noFill/>
        </p:spPr>
        <p:txBody>
          <a:bodyPr wrap="square" rtlCol="0">
            <a:spAutoFit/>
          </a:bodyPr>
          <a:lstStyle/>
          <a:p>
            <a:r>
              <a:rPr lang="en-US" sz="2400" dirty="0"/>
              <a:t>Overfitting</a:t>
            </a:r>
          </a:p>
          <a:p>
            <a:endParaRPr lang="en-US" sz="2400" dirty="0"/>
          </a:p>
          <a:p>
            <a:r>
              <a:rPr lang="en-US" sz="2400" dirty="0"/>
              <a:t>-&gt; Pruning</a:t>
            </a:r>
          </a:p>
          <a:p>
            <a:endParaRPr lang="en-US" dirty="0"/>
          </a:p>
        </p:txBody>
      </p:sp>
      <p:pic>
        <p:nvPicPr>
          <p:cNvPr id="7" name="Afbeelding 6" descr="Afbeelding met schimmel, paddenstoel, Eetbare paddenstoel, Basidiomyceten&#10;&#10;Door AI gegenereerde inhoud is mogelijk onjuist.">
            <a:extLst>
              <a:ext uri="{FF2B5EF4-FFF2-40B4-BE49-F238E27FC236}">
                <a16:creationId xmlns:a16="http://schemas.microsoft.com/office/drawing/2014/main" id="{D87078AE-3C03-A999-4844-AC7B2798E644}"/>
              </a:ext>
            </a:extLst>
          </p:cNvPr>
          <p:cNvPicPr>
            <a:picLocks noChangeAspect="1"/>
          </p:cNvPicPr>
          <p:nvPr/>
        </p:nvPicPr>
        <p:blipFill>
          <a:blip r:embed="rId4"/>
          <a:stretch>
            <a:fillRect/>
          </a:stretch>
        </p:blipFill>
        <p:spPr>
          <a:xfrm>
            <a:off x="7967664" y="41048"/>
            <a:ext cx="828676" cy="988334"/>
          </a:xfrm>
          <a:prstGeom prst="rect">
            <a:avLst/>
          </a:prstGeom>
        </p:spPr>
      </p:pic>
      <p:pic>
        <p:nvPicPr>
          <p:cNvPr id="8" name="Afbeelding 7" descr="Afbeelding met wiel, band, transport, fiets&#10;&#10;Door AI gegenereerde inhoud is mogelijk onjuist.">
            <a:extLst>
              <a:ext uri="{FF2B5EF4-FFF2-40B4-BE49-F238E27FC236}">
                <a16:creationId xmlns:a16="http://schemas.microsoft.com/office/drawing/2014/main" id="{2AD8037C-487F-6BB5-2378-85C7AAC7E6AF}"/>
              </a:ext>
            </a:extLst>
          </p:cNvPr>
          <p:cNvPicPr>
            <a:picLocks noChangeAspect="1"/>
          </p:cNvPicPr>
          <p:nvPr/>
        </p:nvPicPr>
        <p:blipFill>
          <a:blip r:embed="rId5"/>
          <a:stretch>
            <a:fillRect/>
          </a:stretch>
        </p:blipFill>
        <p:spPr>
          <a:xfrm>
            <a:off x="6705827" y="533399"/>
            <a:ext cx="1837419" cy="1191987"/>
          </a:xfrm>
          <a:prstGeom prst="rect">
            <a:avLst/>
          </a:prstGeom>
        </p:spPr>
      </p:pic>
      <p:sp>
        <p:nvSpPr>
          <p:cNvPr id="6" name="TextBox 4">
            <a:extLst>
              <a:ext uri="{FF2B5EF4-FFF2-40B4-BE49-F238E27FC236}">
                <a16:creationId xmlns:a16="http://schemas.microsoft.com/office/drawing/2014/main" id="{E65BEC71-BF30-65F5-8CC7-6B663A642AD4}"/>
              </a:ext>
            </a:extLst>
          </p:cNvPr>
          <p:cNvSpPr txBox="1"/>
          <p:nvPr/>
        </p:nvSpPr>
        <p:spPr>
          <a:xfrm>
            <a:off x="5570714" y="4023579"/>
            <a:ext cx="6460141" cy="830997"/>
          </a:xfrm>
          <a:prstGeom prst="rect">
            <a:avLst/>
          </a:prstGeom>
          <a:noFill/>
        </p:spPr>
        <p:txBody>
          <a:bodyPr wrap="square" lIns="91440" tIns="45720" rIns="91440" bIns="45720" rtlCol="0" anchor="t">
            <a:spAutoFit/>
          </a:bodyPr>
          <a:lstStyle/>
          <a:p>
            <a:pPr marL="285750" indent="-285750">
              <a:buFont typeface="Arial"/>
              <a:buChar char="•"/>
            </a:pPr>
            <a:r>
              <a:rPr lang="en-US" sz="2400" dirty="0" err="1">
                <a:ea typeface="+mn-lt"/>
                <a:cs typeface="+mn-lt"/>
              </a:rPr>
              <a:t>Volautomatische</a:t>
            </a:r>
            <a:r>
              <a:rPr lang="en-US" sz="2400" dirty="0">
                <a:ea typeface="+mn-lt"/>
                <a:cs typeface="+mn-lt"/>
              </a:rPr>
              <a:t> GitHub Actions CI/CD Pipeline.</a:t>
            </a:r>
            <a:endParaRPr lang="en-US" dirty="0"/>
          </a:p>
          <a:p>
            <a:endParaRPr lang="en-US" sz="2400" dirty="0">
              <a:ea typeface="Calibri"/>
              <a:cs typeface="Calibri"/>
            </a:endParaRPr>
          </a:p>
        </p:txBody>
      </p:sp>
      <p:sp>
        <p:nvSpPr>
          <p:cNvPr id="9" name="TextBox 4">
            <a:extLst>
              <a:ext uri="{FF2B5EF4-FFF2-40B4-BE49-F238E27FC236}">
                <a16:creationId xmlns:a16="http://schemas.microsoft.com/office/drawing/2014/main" id="{DB3E1B41-0E0F-AF97-010D-06B9D0167C37}"/>
              </a:ext>
            </a:extLst>
          </p:cNvPr>
          <p:cNvSpPr txBox="1"/>
          <p:nvPr/>
        </p:nvSpPr>
        <p:spPr>
          <a:xfrm>
            <a:off x="416008" y="2197019"/>
            <a:ext cx="9653817" cy="1107996"/>
          </a:xfrm>
          <a:prstGeom prst="rect">
            <a:avLst/>
          </a:prstGeom>
          <a:noFill/>
        </p:spPr>
        <p:txBody>
          <a:bodyPr wrap="square" lIns="91440" tIns="45720" rIns="91440" bIns="45720" rtlCol="0" anchor="t">
            <a:spAutoFit/>
          </a:bodyPr>
          <a:lstStyle/>
          <a:p>
            <a:pPr marL="285750" indent="-285750">
              <a:buFont typeface="Arial,Sans-Serif"/>
              <a:buChar char="•"/>
            </a:pPr>
            <a:r>
              <a:rPr lang="en-US" sz="2400" dirty="0"/>
              <a:t>Python 3.13 dependencies (</a:t>
            </a:r>
            <a:r>
              <a:rPr lang="en-US" sz="2400" dirty="0" err="1"/>
              <a:t>PyCaret</a:t>
            </a:r>
            <a:r>
              <a:rPr lang="en-US" sz="2400" dirty="0"/>
              <a:t> C++ issues) -&gt; </a:t>
            </a:r>
            <a:r>
              <a:rPr lang="en-US" sz="2400" dirty="0" err="1"/>
              <a:t>Opgelost</a:t>
            </a:r>
            <a:r>
              <a:rPr lang="en-US" sz="2400" dirty="0"/>
              <a:t> met FLAML.</a:t>
            </a:r>
            <a:endParaRPr lang="nl-NL" sz="2400" dirty="0"/>
          </a:p>
          <a:p>
            <a:endParaRPr lang="en-US" sz="2400" dirty="0">
              <a:ea typeface="Calibri"/>
              <a:cs typeface="Calibri"/>
            </a:endParaRPr>
          </a:p>
          <a:p>
            <a:endParaRPr lang="en-US" dirty="0"/>
          </a:p>
        </p:txBody>
      </p:sp>
      <p:sp>
        <p:nvSpPr>
          <p:cNvPr id="10" name="TextBox 4">
            <a:extLst>
              <a:ext uri="{FF2B5EF4-FFF2-40B4-BE49-F238E27FC236}">
                <a16:creationId xmlns:a16="http://schemas.microsoft.com/office/drawing/2014/main" id="{69353A13-D4DE-929E-1D81-A747D52DD8BA}"/>
              </a:ext>
            </a:extLst>
          </p:cNvPr>
          <p:cNvSpPr txBox="1"/>
          <p:nvPr/>
        </p:nvSpPr>
        <p:spPr>
          <a:xfrm>
            <a:off x="7083509" y="2824549"/>
            <a:ext cx="5686934" cy="1200329"/>
          </a:xfrm>
          <a:prstGeom prst="rect">
            <a:avLst/>
          </a:prstGeom>
          <a:noFill/>
        </p:spPr>
        <p:txBody>
          <a:bodyPr wrap="square" lIns="91440" tIns="45720" rIns="91440" bIns="45720" rtlCol="0" anchor="t">
            <a:spAutoFit/>
          </a:bodyPr>
          <a:lstStyle/>
          <a:p>
            <a:r>
              <a:rPr lang="en-US" sz="2400" dirty="0"/>
              <a:t>Grote </a:t>
            </a:r>
            <a:r>
              <a:rPr lang="en-US" sz="2400" dirty="0" err="1"/>
              <a:t>bestanden</a:t>
            </a:r>
            <a:r>
              <a:rPr lang="en-US" sz="2400" dirty="0"/>
              <a:t> </a:t>
            </a:r>
            <a:r>
              <a:rPr lang="en-US" sz="2400" dirty="0" err="1"/>
              <a:t>en</a:t>
            </a:r>
            <a:r>
              <a:rPr lang="en-US" sz="2400" dirty="0"/>
              <a:t> S3 downloads -&gt; </a:t>
            </a:r>
            <a:r>
              <a:rPr lang="en-US" sz="2400" dirty="0" err="1"/>
              <a:t>Opgelost</a:t>
            </a:r>
            <a:r>
              <a:rPr lang="en-US" sz="2400" dirty="0"/>
              <a:t> met </a:t>
            </a:r>
            <a:r>
              <a:rPr lang="en-US" sz="2400" dirty="0" err="1"/>
              <a:t>automatische</a:t>
            </a:r>
            <a:r>
              <a:rPr lang="en-US" sz="2400" dirty="0"/>
              <a:t> scripts.</a:t>
            </a:r>
            <a:endParaRPr lang="en-US" sz="2400" dirty="0">
              <a:ea typeface="Calibri"/>
              <a:cs typeface="Calibri"/>
            </a:endParaRPr>
          </a:p>
          <a:p>
            <a:endParaRPr lang="en-US" sz="2400" dirty="0">
              <a:ea typeface="Calibri"/>
              <a:cs typeface="Calibri"/>
            </a:endParaRPr>
          </a:p>
        </p:txBody>
      </p:sp>
    </p:spTree>
    <p:extLst>
      <p:ext uri="{BB962C8B-B14F-4D97-AF65-F5344CB8AC3E}">
        <p14:creationId xmlns:p14="http://schemas.microsoft.com/office/powerpoint/2010/main" val="2586976309"/>
      </p:ext>
    </p:extLst>
  </p:cSld>
  <p:clrMapOvr>
    <a:masterClrMapping/>
  </p:clrMapOvr>
</p:sld>
</file>

<file path=ppt/theme/theme1.xml><?xml version="1.0" encoding="utf-8"?>
<a:theme xmlns:a="http://schemas.openxmlformats.org/drawingml/2006/main" name="161774-technology-template-16x9">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190</TotalTime>
  <Words>111</Words>
  <Application>Microsoft Office PowerPoint</Application>
  <PresentationFormat>Breedbeeld</PresentationFormat>
  <Paragraphs>55</Paragraphs>
  <Slides>22</Slides>
  <Notes>22</Notes>
  <HiddenSlides>0</HiddenSlides>
  <MMClips>0</MMClips>
  <ScaleCrop>false</ScaleCrop>
  <HeadingPairs>
    <vt:vector size="4" baseType="variant">
      <vt:variant>
        <vt:lpstr>Thema</vt:lpstr>
      </vt:variant>
      <vt:variant>
        <vt:i4>1</vt:i4>
      </vt:variant>
      <vt:variant>
        <vt:lpstr>Diatitels</vt:lpstr>
      </vt:variant>
      <vt:variant>
        <vt:i4>22</vt:i4>
      </vt:variant>
    </vt:vector>
  </HeadingPairs>
  <TitlesOfParts>
    <vt:vector size="23" baseType="lpstr">
      <vt:lpstr>161774-technology-template-16x9</vt:lpstr>
      <vt:lpstr>AI + Cloud (Machine Learning ) Mushrooms &amp; Citi Bike</vt:lpstr>
      <vt:lpstr>Company Presentation</vt:lpstr>
      <vt:lpstr>EDA  Key Patterns &amp; Inzicht</vt:lpstr>
      <vt:lpstr>EDA  Datakwaliteit &amp; Anomalies</vt:lpstr>
      <vt:lpstr>EDA  Wat was Verwacht ?</vt:lpstr>
      <vt:lpstr>EDA  Wat was Onverwacht</vt:lpstr>
      <vt:lpstr>Scrubbing </vt:lpstr>
      <vt:lpstr>Feature Engineering</vt:lpstr>
      <vt:lpstr> Model Klaarmaken</vt:lpstr>
      <vt:lpstr> Model Vergelijking</vt:lpstr>
      <vt:lpstr> Model Keuze</vt:lpstr>
      <vt:lpstr>Confusion Matrix Treshold Verfijnen</vt:lpstr>
      <vt:lpstr>ROC Curve</vt:lpstr>
      <vt:lpstr>Conclusie</vt:lpstr>
      <vt:lpstr>EDA  Datakwaliteit &amp; Anomalies</vt:lpstr>
      <vt:lpstr>EDA  De Inzichten</vt:lpstr>
      <vt:lpstr>EDA  Statistisch Bewijs</vt:lpstr>
      <vt:lpstr>EDA  Aggregatie &amp; Visualisatie</vt:lpstr>
      <vt:lpstr>Feature Engineering</vt:lpstr>
      <vt:lpstr>EDA  Modellering &amp; AutoML</vt:lpstr>
      <vt:lpstr>EDA  Model Evaluatie &amp; Conclusie</vt:lpstr>
      <vt:lpstr>Struikelblokken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Dmitrij Tchervonisjenko</cp:lastModifiedBy>
  <cp:revision>611</cp:revision>
  <dcterms:created xsi:type="dcterms:W3CDTF">2026-03-13T14:38:14Z</dcterms:created>
  <dcterms:modified xsi:type="dcterms:W3CDTF">2026-10-09T13:12:25Z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c337be75-dfbb-4261-9834-ac247c7dde13_Enabled">
    <vt:lpwstr>true</vt:lpwstr>
  </property>
  <property fmtid="{D5CDD505-2E9C-101B-9397-08002B2CF9AE}" pid="3" name="MSIP_Label_c337be75-dfbb-4261-9834-ac247c7dde13_SetDate">
    <vt:lpwstr>2026-10-09T07:43:24Z</vt:lpwstr>
  </property>
  <property fmtid="{D5CDD505-2E9C-101B-9397-08002B2CF9AE}" pid="4" name="MSIP_Label_c337be75-dfbb-4261-9834-ac247c7dde13_Method">
    <vt:lpwstr>Standard</vt:lpwstr>
  </property>
  <property fmtid="{D5CDD505-2E9C-101B-9397-08002B2CF9AE}" pid="5" name="MSIP_Label_c337be75-dfbb-4261-9834-ac247c7dde13_Name">
    <vt:lpwstr>Algemeen</vt:lpwstr>
  </property>
  <property fmtid="{D5CDD505-2E9C-101B-9397-08002B2CF9AE}" pid="6" name="MSIP_Label_c337be75-dfbb-4261-9834-ac247c7dde13_SiteId">
    <vt:lpwstr>77d33cc5-c9b4-4766-95c7-ed5b515e1cce</vt:lpwstr>
  </property>
  <property fmtid="{D5CDD505-2E9C-101B-9397-08002B2CF9AE}" pid="7" name="MSIP_Label_c337be75-dfbb-4261-9834-ac247c7dde13_ActionId">
    <vt:lpwstr>734907a0-1d19-4c47-9910-c1282461533b</vt:lpwstr>
  </property>
  <property fmtid="{D5CDD505-2E9C-101B-9397-08002B2CF9AE}" pid="8" name="MSIP_Label_c337be75-dfbb-4261-9834-ac247c7dde13_ContentBits">
    <vt:lpwstr>0</vt:lpwstr>
  </property>
  <property fmtid="{D5CDD505-2E9C-101B-9397-08002B2CF9AE}" pid="9" name="MSIP_Label_c337be75-dfbb-4261-9834-ac247c7dde13_Tag">
    <vt:lpwstr>10, 3, 0, 1</vt:lpwstr>
  </property>
</Properties>
</file>