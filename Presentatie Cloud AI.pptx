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71" r:id="rId6"/>
    <p:sldId id="270" r:id="rId7"/>
    <p:sldId id="260" r:id="rId8"/>
    <p:sldId id="267" r:id="rId9"/>
    <p:sldId id="269" r:id="rId10"/>
    <p:sldId id="265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04E486-502F-E377-4A49-703F2C107CCD}" v="7" dt="2026-03-13T14:40:23.659"/>
    <p1510:client id="{2D4C9AFC-4EE7-8423-CF69-62EF720D03E9}" v="5" dt="2026-03-13T17:13:59.451"/>
    <p1510:client id="{6A39A9E7-326D-3599-F118-E53134DFDF01}" v="244" dt="2026-03-13T15:39:19.968"/>
    <p1510:client id="{F2A0BA17-F891-E705-C5D8-54F94B56DC39}" v="194" dt="2026-03-13T15:56:58.3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96" d="100"/>
          <a:sy n="96" d="100"/>
        </p:scale>
        <p:origin x="35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k Hesemans" userId="S::r0938000@student.thomasmore.be::dc3e198f-21e6-46cb-9542-fb8e59220f7d" providerId="AD" clId="Web-{6A39A9E7-326D-3599-F118-E53134DFDF01}"/>
    <pc:docChg chg="addSld delSld modSld">
      <pc:chgData name="Nick Hesemans" userId="S::r0938000@student.thomasmore.be::dc3e198f-21e6-46cb-9542-fb8e59220f7d" providerId="AD" clId="Web-{6A39A9E7-326D-3599-F118-E53134DFDF01}" dt="2026-03-13T15:39:19.968" v="238" actId="20577"/>
      <pc:docMkLst>
        <pc:docMk/>
      </pc:docMkLst>
      <pc:sldChg chg="modSp">
        <pc:chgData name="Nick Hesemans" userId="S::r0938000@student.thomasmore.be::dc3e198f-21e6-46cb-9542-fb8e59220f7d" providerId="AD" clId="Web-{6A39A9E7-326D-3599-F118-E53134DFDF01}" dt="2026-03-13T15:38:02.264" v="219" actId="20577"/>
        <pc:sldMkLst>
          <pc:docMk/>
          <pc:sldMk cId="1466345236" sldId="257"/>
        </pc:sldMkLst>
        <pc:spChg chg="mod">
          <ac:chgData name="Nick Hesemans" userId="S::r0938000@student.thomasmore.be::dc3e198f-21e6-46cb-9542-fb8e59220f7d" providerId="AD" clId="Web-{6A39A9E7-326D-3599-F118-E53134DFDF01}" dt="2026-03-13T14:44:06.229" v="9" actId="20577"/>
          <ac:spMkLst>
            <pc:docMk/>
            <pc:sldMk cId="1466345236" sldId="257"/>
            <ac:spMk id="2" creationId="{2892F3AF-D4DD-FB02-A1DB-2074886B4996}"/>
          </ac:spMkLst>
        </pc:spChg>
        <pc:spChg chg="mod">
          <ac:chgData name="Nick Hesemans" userId="S::r0938000@student.thomasmore.be::dc3e198f-21e6-46cb-9542-fb8e59220f7d" providerId="AD" clId="Web-{6A39A9E7-326D-3599-F118-E53134DFDF01}" dt="2026-03-13T15:38:02.264" v="219" actId="20577"/>
          <ac:spMkLst>
            <pc:docMk/>
            <pc:sldMk cId="1466345236" sldId="257"/>
            <ac:spMk id="3" creationId="{606BA304-0EC7-08B5-A5B5-C044B44F66F2}"/>
          </ac:spMkLst>
        </pc:spChg>
      </pc:sldChg>
      <pc:sldChg chg="addSp delSp modSp new">
        <pc:chgData name="Nick Hesemans" userId="S::r0938000@student.thomasmore.be::dc3e198f-21e6-46cb-9542-fb8e59220f7d" providerId="AD" clId="Web-{6A39A9E7-326D-3599-F118-E53134DFDF01}" dt="2026-03-13T15:25:43.341" v="137" actId="14100"/>
        <pc:sldMkLst>
          <pc:docMk/>
          <pc:sldMk cId="654473899" sldId="258"/>
        </pc:sldMkLst>
        <pc:spChg chg="mod">
          <ac:chgData name="Nick Hesemans" userId="S::r0938000@student.thomasmore.be::dc3e198f-21e6-46cb-9542-fb8e59220f7d" providerId="AD" clId="Web-{6A39A9E7-326D-3599-F118-E53134DFDF01}" dt="2026-03-13T15:07:50.163" v="103" actId="20577"/>
          <ac:spMkLst>
            <pc:docMk/>
            <pc:sldMk cId="654473899" sldId="258"/>
            <ac:spMk id="2" creationId="{FF4B685E-3BA8-5751-B7E9-C380BFB2D0A3}"/>
          </ac:spMkLst>
        </pc:spChg>
        <pc:spChg chg="mod">
          <ac:chgData name="Nick Hesemans" userId="S::r0938000@student.thomasmore.be::dc3e198f-21e6-46cb-9542-fb8e59220f7d" providerId="AD" clId="Web-{6A39A9E7-326D-3599-F118-E53134DFDF01}" dt="2026-03-13T15:08:41.523" v="108" actId="20577"/>
          <ac:spMkLst>
            <pc:docMk/>
            <pc:sldMk cId="654473899" sldId="258"/>
            <ac:spMk id="3" creationId="{CB476740-369E-4EC9-81B1-EED31E3B01E6}"/>
          </ac:spMkLst>
        </pc:spChg>
        <pc:picChg chg="add del mod">
          <ac:chgData name="Nick Hesemans" userId="S::r0938000@student.thomasmore.be::dc3e198f-21e6-46cb-9542-fb8e59220f7d" providerId="AD" clId="Web-{6A39A9E7-326D-3599-F118-E53134DFDF01}" dt="2026-03-13T15:24:50.465" v="129"/>
          <ac:picMkLst>
            <pc:docMk/>
            <pc:sldMk cId="654473899" sldId="258"/>
            <ac:picMk id="4" creationId="{ED77FE79-E46E-A898-D4F2-D5095335090E}"/>
          </ac:picMkLst>
        </pc:picChg>
        <pc:picChg chg="add mod">
          <ac:chgData name="Nick Hesemans" userId="S::r0938000@student.thomasmore.be::dc3e198f-21e6-46cb-9542-fb8e59220f7d" providerId="AD" clId="Web-{6A39A9E7-326D-3599-F118-E53134DFDF01}" dt="2026-03-13T15:25:43.341" v="137" actId="14100"/>
          <ac:picMkLst>
            <pc:docMk/>
            <pc:sldMk cId="654473899" sldId="258"/>
            <ac:picMk id="6" creationId="{8A416C28-D353-AF23-FD4D-A7C455B6C0D1}"/>
          </ac:picMkLst>
        </pc:picChg>
      </pc:sldChg>
      <pc:sldChg chg="addSp delSp modSp new">
        <pc:chgData name="Nick Hesemans" userId="S::r0938000@student.thomasmore.be::dc3e198f-21e6-46cb-9542-fb8e59220f7d" providerId="AD" clId="Web-{6A39A9E7-326D-3599-F118-E53134DFDF01}" dt="2026-03-13T15:27:09.660" v="167" actId="20577"/>
        <pc:sldMkLst>
          <pc:docMk/>
          <pc:sldMk cId="3932906380" sldId="259"/>
        </pc:sldMkLst>
        <pc:spChg chg="del">
          <ac:chgData name="Nick Hesemans" userId="S::r0938000@student.thomasmore.be::dc3e198f-21e6-46cb-9542-fb8e59220f7d" providerId="AD" clId="Web-{6A39A9E7-326D-3599-F118-E53134DFDF01}" dt="2026-03-13T15:26:37.048" v="158"/>
          <ac:spMkLst>
            <pc:docMk/>
            <pc:sldMk cId="3932906380" sldId="259"/>
            <ac:spMk id="2" creationId="{E550C1E5-22A5-3006-E6E9-0AD62A4C676D}"/>
          </ac:spMkLst>
        </pc:spChg>
        <pc:spChg chg="mod">
          <ac:chgData name="Nick Hesemans" userId="S::r0938000@student.thomasmore.be::dc3e198f-21e6-46cb-9542-fb8e59220f7d" providerId="AD" clId="Web-{6A39A9E7-326D-3599-F118-E53134DFDF01}" dt="2026-03-13T15:26:44.298" v="159" actId="1076"/>
          <ac:spMkLst>
            <pc:docMk/>
            <pc:sldMk cId="3932906380" sldId="259"/>
            <ac:spMk id="3" creationId="{A9232D90-BB73-F988-53EA-67885A03EBFC}"/>
          </ac:spMkLst>
        </pc:spChg>
        <pc:spChg chg="del">
          <ac:chgData name="Nick Hesemans" userId="S::r0938000@student.thomasmore.be::dc3e198f-21e6-46cb-9542-fb8e59220f7d" providerId="AD" clId="Web-{6A39A9E7-326D-3599-F118-E53134DFDF01}" dt="2026-03-13T15:24:47.622" v="128"/>
          <ac:spMkLst>
            <pc:docMk/>
            <pc:sldMk cId="3932906380" sldId="259"/>
            <ac:spMk id="4" creationId="{464E85A4-0870-A82A-01C7-200819F91F30}"/>
          </ac:spMkLst>
        </pc:spChg>
        <pc:spChg chg="mod">
          <ac:chgData name="Nick Hesemans" userId="S::r0938000@student.thomasmore.be::dc3e198f-21e6-46cb-9542-fb8e59220f7d" providerId="AD" clId="Web-{6A39A9E7-326D-3599-F118-E53134DFDF01}" dt="2026-03-13T15:27:09.660" v="167" actId="20577"/>
          <ac:spMkLst>
            <pc:docMk/>
            <pc:sldMk cId="3932906380" sldId="259"/>
            <ac:spMk id="5" creationId="{086C5187-FE56-C374-A860-E8332A3B4502}"/>
          </ac:spMkLst>
        </pc:spChg>
        <pc:spChg chg="del">
          <ac:chgData name="Nick Hesemans" userId="S::r0938000@student.thomasmore.be::dc3e198f-21e6-46cb-9542-fb8e59220f7d" providerId="AD" clId="Web-{6A39A9E7-326D-3599-F118-E53134DFDF01}" dt="2026-03-13T15:24:53.434" v="130"/>
          <ac:spMkLst>
            <pc:docMk/>
            <pc:sldMk cId="3932906380" sldId="259"/>
            <ac:spMk id="6" creationId="{401892A9-5B70-7EE7-C060-70CEFAD93417}"/>
          </ac:spMkLst>
        </pc:spChg>
        <pc:picChg chg="add mod ord">
          <ac:chgData name="Nick Hesemans" userId="S::r0938000@student.thomasmore.be::dc3e198f-21e6-46cb-9542-fb8e59220f7d" providerId="AD" clId="Web-{6A39A9E7-326D-3599-F118-E53134DFDF01}" dt="2026-03-13T15:26:58.784" v="165" actId="1076"/>
          <ac:picMkLst>
            <pc:docMk/>
            <pc:sldMk cId="3932906380" sldId="259"/>
            <ac:picMk id="7" creationId="{FB9EEA06-AE41-F65E-3FEB-D07CC0052EE0}"/>
          </ac:picMkLst>
        </pc:picChg>
        <pc:picChg chg="add mod ord">
          <ac:chgData name="Nick Hesemans" userId="S::r0938000@student.thomasmore.be::dc3e198f-21e6-46cb-9542-fb8e59220f7d" providerId="AD" clId="Web-{6A39A9E7-326D-3599-F118-E53134DFDF01}" dt="2026-03-13T15:26:54.002" v="164" actId="1076"/>
          <ac:picMkLst>
            <pc:docMk/>
            <pc:sldMk cId="3932906380" sldId="259"/>
            <ac:picMk id="8" creationId="{6AF346E3-8D15-3E28-7559-B7B26FD17FFB}"/>
          </ac:picMkLst>
        </pc:picChg>
      </pc:sldChg>
      <pc:sldChg chg="addSp delSp modSp new">
        <pc:chgData name="Nick Hesemans" userId="S::r0938000@student.thomasmore.be::dc3e198f-21e6-46cb-9542-fb8e59220f7d" providerId="AD" clId="Web-{6A39A9E7-326D-3599-F118-E53134DFDF01}" dt="2026-03-13T15:38:50.249" v="221"/>
        <pc:sldMkLst>
          <pc:docMk/>
          <pc:sldMk cId="3249747993" sldId="260"/>
        </pc:sldMkLst>
        <pc:spChg chg="mod">
          <ac:chgData name="Nick Hesemans" userId="S::r0938000@student.thomasmore.be::dc3e198f-21e6-46cb-9542-fb8e59220f7d" providerId="AD" clId="Web-{6A39A9E7-326D-3599-F118-E53134DFDF01}" dt="2026-03-13T15:33:25.164" v="180" actId="20577"/>
          <ac:spMkLst>
            <pc:docMk/>
            <pc:sldMk cId="3249747993" sldId="260"/>
            <ac:spMk id="2" creationId="{14CDFA3B-F61C-6D47-1BE1-A0384C8A8FF3}"/>
          </ac:spMkLst>
        </pc:spChg>
        <pc:spChg chg="mod">
          <ac:chgData name="Nick Hesemans" userId="S::r0938000@student.thomasmore.be::dc3e198f-21e6-46cb-9542-fb8e59220f7d" providerId="AD" clId="Web-{6A39A9E7-326D-3599-F118-E53134DFDF01}" dt="2026-03-13T15:35:34.683" v="206" actId="20577"/>
          <ac:spMkLst>
            <pc:docMk/>
            <pc:sldMk cId="3249747993" sldId="260"/>
            <ac:spMk id="3" creationId="{B978AD47-BC1C-318E-20B0-BF4FFFCC0233}"/>
          </ac:spMkLst>
        </pc:spChg>
        <pc:picChg chg="add del mod">
          <ac:chgData name="Nick Hesemans" userId="S::r0938000@student.thomasmore.be::dc3e198f-21e6-46cb-9542-fb8e59220f7d" providerId="AD" clId="Web-{6A39A9E7-326D-3599-F118-E53134DFDF01}" dt="2026-03-13T15:38:50.249" v="221"/>
          <ac:picMkLst>
            <pc:docMk/>
            <pc:sldMk cId="3249747993" sldId="260"/>
            <ac:picMk id="4" creationId="{9FCE68D8-779F-4999-9A8C-B732CEEFA6DE}"/>
          </ac:picMkLst>
        </pc:picChg>
      </pc:sldChg>
      <pc:sldChg chg="new del">
        <pc:chgData name="Nick Hesemans" userId="S::r0938000@student.thomasmore.be::dc3e198f-21e6-46cb-9542-fb8e59220f7d" providerId="AD" clId="Web-{6A39A9E7-326D-3599-F118-E53134DFDF01}" dt="2026-03-13T15:30:36.704" v="169"/>
        <pc:sldMkLst>
          <pc:docMk/>
          <pc:sldMk cId="3363925518" sldId="260"/>
        </pc:sldMkLst>
      </pc:sldChg>
      <pc:sldChg chg="addSp delSp modSp new">
        <pc:chgData name="Nick Hesemans" userId="S::r0938000@student.thomasmore.be::dc3e198f-21e6-46cb-9542-fb8e59220f7d" providerId="AD" clId="Web-{6A39A9E7-326D-3599-F118-E53134DFDF01}" dt="2026-03-13T15:39:19.968" v="238" actId="20577"/>
        <pc:sldMkLst>
          <pc:docMk/>
          <pc:sldMk cId="3364487213" sldId="261"/>
        </pc:sldMkLst>
        <pc:spChg chg="mod">
          <ac:chgData name="Nick Hesemans" userId="S::r0938000@student.thomasmore.be::dc3e198f-21e6-46cb-9542-fb8e59220f7d" providerId="AD" clId="Web-{6A39A9E7-326D-3599-F118-E53134DFDF01}" dt="2026-03-13T15:39:04.593" v="229" actId="20577"/>
          <ac:spMkLst>
            <pc:docMk/>
            <pc:sldMk cId="3364487213" sldId="261"/>
            <ac:spMk id="2" creationId="{9DFD09D6-F533-9611-5FCF-52D479C8EA13}"/>
          </ac:spMkLst>
        </pc:spChg>
        <pc:spChg chg="del">
          <ac:chgData name="Nick Hesemans" userId="S::r0938000@student.thomasmore.be::dc3e198f-21e6-46cb-9542-fb8e59220f7d" providerId="AD" clId="Web-{6A39A9E7-326D-3599-F118-E53134DFDF01}" dt="2026-03-13T15:38:55.984" v="222"/>
          <ac:spMkLst>
            <pc:docMk/>
            <pc:sldMk cId="3364487213" sldId="261"/>
            <ac:spMk id="3" creationId="{92F69CB4-6B2C-2907-EB04-7A89CD35CD30}"/>
          </ac:spMkLst>
        </pc:spChg>
        <pc:spChg chg="mod">
          <ac:chgData name="Nick Hesemans" userId="S::r0938000@student.thomasmore.be::dc3e198f-21e6-46cb-9542-fb8e59220f7d" providerId="AD" clId="Web-{6A39A9E7-326D-3599-F118-E53134DFDF01}" dt="2026-03-13T15:39:19.968" v="238" actId="20577"/>
          <ac:spMkLst>
            <pc:docMk/>
            <pc:sldMk cId="3364487213" sldId="261"/>
            <ac:spMk id="4" creationId="{4AC8E312-C435-34E0-2A94-3DDACA96AC2E}"/>
          </ac:spMkLst>
        </pc:spChg>
        <pc:picChg chg="add mod ord">
          <ac:chgData name="Nick Hesemans" userId="S::r0938000@student.thomasmore.be::dc3e198f-21e6-46cb-9542-fb8e59220f7d" providerId="AD" clId="Web-{6A39A9E7-326D-3599-F118-E53134DFDF01}" dt="2026-03-13T15:38:55.984" v="222"/>
          <ac:picMkLst>
            <pc:docMk/>
            <pc:sldMk cId="3364487213" sldId="261"/>
            <ac:picMk id="5" creationId="{A3BFDC23-7DF1-D743-D0F6-2CFC7FB1E87E}"/>
          </ac:picMkLst>
        </pc:picChg>
      </pc:sldChg>
    </pc:docChg>
  </pc:docChgLst>
  <pc:docChgLst>
    <pc:chgData name="Nick Hesemans" userId="S::r0938000@student.thomasmore.be::dc3e198f-21e6-46cb-9542-fb8e59220f7d" providerId="AD" clId="Web-{2404E486-502F-E377-4A49-703F2C107CCD}"/>
    <pc:docChg chg="addSld modSld">
      <pc:chgData name="Nick Hesemans" userId="S::r0938000@student.thomasmore.be::dc3e198f-21e6-46cb-9542-fb8e59220f7d" providerId="AD" clId="Web-{2404E486-502F-E377-4A49-703F2C107CCD}" dt="2026-03-13T14:40:23.659" v="6"/>
      <pc:docMkLst>
        <pc:docMk/>
      </pc:docMkLst>
      <pc:sldChg chg="modSp">
        <pc:chgData name="Nick Hesemans" userId="S::r0938000@student.thomasmore.be::dc3e198f-21e6-46cb-9542-fb8e59220f7d" providerId="AD" clId="Web-{2404E486-502F-E377-4A49-703F2C107CCD}" dt="2026-03-13T14:38:34.233" v="5" actId="20577"/>
        <pc:sldMkLst>
          <pc:docMk/>
          <pc:sldMk cId="109857222" sldId="256"/>
        </pc:sldMkLst>
        <pc:spChg chg="mod">
          <ac:chgData name="Nick Hesemans" userId="S::r0938000@student.thomasmore.be::dc3e198f-21e6-46cb-9542-fb8e59220f7d" providerId="AD" clId="Web-{2404E486-502F-E377-4A49-703F2C107CCD}" dt="2026-03-13T14:38:34.233" v="5" actId="20577"/>
          <ac:spMkLst>
            <pc:docMk/>
            <pc:sldMk cId="109857222" sldId="256"/>
            <ac:spMk id="2" creationId="{00000000-0000-0000-0000-000000000000}"/>
          </ac:spMkLst>
        </pc:spChg>
      </pc:sldChg>
      <pc:sldChg chg="new">
        <pc:chgData name="Nick Hesemans" userId="S::r0938000@student.thomasmore.be::dc3e198f-21e6-46cb-9542-fb8e59220f7d" providerId="AD" clId="Web-{2404E486-502F-E377-4A49-703F2C107CCD}" dt="2026-03-13T14:40:23.659" v="6"/>
        <pc:sldMkLst>
          <pc:docMk/>
          <pc:sldMk cId="1466345236" sldId="257"/>
        </pc:sldMkLst>
      </pc:sldChg>
    </pc:docChg>
  </pc:docChgLst>
  <pc:docChgLst>
    <pc:chgData name="Nick Hesemans" userId="S::r0938000@student.thomasmore.be::dc3e198f-21e6-46cb-9542-fb8e59220f7d" providerId="AD" clId="Web-{2D4C9AFC-4EE7-8423-CF69-62EF720D03E9}"/>
    <pc:docChg chg="mod modSld addMainMaster delMainMaster">
      <pc:chgData name="Nick Hesemans" userId="S::r0938000@student.thomasmore.be::dc3e198f-21e6-46cb-9542-fb8e59220f7d" providerId="AD" clId="Web-{2D4C9AFC-4EE7-8423-CF69-62EF720D03E9}" dt="2026-03-13T16:54:22.684" v="3"/>
      <pc:docMkLst>
        <pc:docMk/>
      </pc:docMkLst>
      <pc:sldChg chg="modSp mod modClrScheme chgLayout">
        <pc:chgData name="Nick Hesemans" userId="S::r0938000@student.thomasmore.be::dc3e198f-21e6-46cb-9542-fb8e59220f7d" providerId="AD" clId="Web-{2D4C9AFC-4EE7-8423-CF69-62EF720D03E9}" dt="2026-03-13T16:54:22.684" v="3"/>
        <pc:sldMkLst>
          <pc:docMk/>
          <pc:sldMk cId="109857222" sldId="256"/>
        </pc:sldMkLst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Nick Hesemans" userId="S::r0938000@student.thomasmore.be::dc3e198f-21e6-46cb-9542-fb8e59220f7d" providerId="AD" clId="Web-{2D4C9AFC-4EE7-8423-CF69-62EF720D03E9}" dt="2026-03-13T16:54:22.684" v="3"/>
        <pc:sldMkLst>
          <pc:docMk/>
          <pc:sldMk cId="1466345236" sldId="257"/>
        </pc:sldMkLst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1466345236" sldId="257"/>
            <ac:spMk id="2" creationId="{2892F3AF-D4DD-FB02-A1DB-2074886B4996}"/>
          </ac:spMkLst>
        </pc:spChg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1466345236" sldId="257"/>
            <ac:spMk id="3" creationId="{606BA304-0EC7-08B5-A5B5-C044B44F66F2}"/>
          </ac:spMkLst>
        </pc:spChg>
      </pc:sldChg>
      <pc:sldChg chg="modSp mod modClrScheme chgLayout">
        <pc:chgData name="Nick Hesemans" userId="S::r0938000@student.thomasmore.be::dc3e198f-21e6-46cb-9542-fb8e59220f7d" providerId="AD" clId="Web-{2D4C9AFC-4EE7-8423-CF69-62EF720D03E9}" dt="2026-03-13T16:54:22.684" v="3"/>
        <pc:sldMkLst>
          <pc:docMk/>
          <pc:sldMk cId="654473899" sldId="258"/>
        </pc:sldMkLst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654473899" sldId="258"/>
            <ac:spMk id="2" creationId="{FF4B685E-3BA8-5751-B7E9-C380BFB2D0A3}"/>
          </ac:spMkLst>
        </pc:spChg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654473899" sldId="258"/>
            <ac:spMk id="3" creationId="{CB476740-369E-4EC9-81B1-EED31E3B01E6}"/>
          </ac:spMkLst>
        </pc:spChg>
      </pc:sldChg>
      <pc:sldChg chg="modSp mod modClrScheme chgLayout">
        <pc:chgData name="Nick Hesemans" userId="S::r0938000@student.thomasmore.be::dc3e198f-21e6-46cb-9542-fb8e59220f7d" providerId="AD" clId="Web-{2D4C9AFC-4EE7-8423-CF69-62EF720D03E9}" dt="2026-03-13T16:54:22.684" v="3"/>
        <pc:sldMkLst>
          <pc:docMk/>
          <pc:sldMk cId="3932906380" sldId="259"/>
        </pc:sldMkLst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3932906380" sldId="259"/>
            <ac:spMk id="3" creationId="{A9232D90-BB73-F988-53EA-67885A03EBFC}"/>
          </ac:spMkLst>
        </pc:spChg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3932906380" sldId="259"/>
            <ac:spMk id="5" creationId="{086C5187-FE56-C374-A860-E8332A3B4502}"/>
          </ac:spMkLst>
        </pc:spChg>
        <pc:picChg chg="mod ord">
          <ac:chgData name="Nick Hesemans" userId="S::r0938000@student.thomasmore.be::dc3e198f-21e6-46cb-9542-fb8e59220f7d" providerId="AD" clId="Web-{2D4C9AFC-4EE7-8423-CF69-62EF720D03E9}" dt="2026-03-13T16:54:22.684" v="3"/>
          <ac:picMkLst>
            <pc:docMk/>
            <pc:sldMk cId="3932906380" sldId="259"/>
            <ac:picMk id="7" creationId="{FB9EEA06-AE41-F65E-3FEB-D07CC0052EE0}"/>
          </ac:picMkLst>
        </pc:picChg>
        <pc:picChg chg="mod ord">
          <ac:chgData name="Nick Hesemans" userId="S::r0938000@student.thomasmore.be::dc3e198f-21e6-46cb-9542-fb8e59220f7d" providerId="AD" clId="Web-{2D4C9AFC-4EE7-8423-CF69-62EF720D03E9}" dt="2026-03-13T16:54:22.684" v="3"/>
          <ac:picMkLst>
            <pc:docMk/>
            <pc:sldMk cId="3932906380" sldId="259"/>
            <ac:picMk id="8" creationId="{6AF346E3-8D15-3E28-7559-B7B26FD17FFB}"/>
          </ac:picMkLst>
        </pc:picChg>
      </pc:sldChg>
      <pc:sldChg chg="modSp mod modClrScheme chgLayout">
        <pc:chgData name="Nick Hesemans" userId="S::r0938000@student.thomasmore.be::dc3e198f-21e6-46cb-9542-fb8e59220f7d" providerId="AD" clId="Web-{2D4C9AFC-4EE7-8423-CF69-62EF720D03E9}" dt="2026-03-13T16:54:22.684" v="3"/>
        <pc:sldMkLst>
          <pc:docMk/>
          <pc:sldMk cId="3249747993" sldId="260"/>
        </pc:sldMkLst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3249747993" sldId="260"/>
            <ac:spMk id="2" creationId="{14CDFA3B-F61C-6D47-1BE1-A0384C8A8FF3}"/>
          </ac:spMkLst>
        </pc:spChg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3249747993" sldId="260"/>
            <ac:spMk id="3" creationId="{B978AD47-BC1C-318E-20B0-BF4FFFCC0233}"/>
          </ac:spMkLst>
        </pc:spChg>
      </pc:sldChg>
      <pc:sldChg chg="modSp mod modClrScheme chgLayout">
        <pc:chgData name="Nick Hesemans" userId="S::r0938000@student.thomasmore.be::dc3e198f-21e6-46cb-9542-fb8e59220f7d" providerId="AD" clId="Web-{2D4C9AFC-4EE7-8423-CF69-62EF720D03E9}" dt="2026-03-13T16:54:22.684" v="3"/>
        <pc:sldMkLst>
          <pc:docMk/>
          <pc:sldMk cId="3364487213" sldId="261"/>
        </pc:sldMkLst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3364487213" sldId="261"/>
            <ac:spMk id="2" creationId="{9DFD09D6-F533-9611-5FCF-52D479C8EA13}"/>
          </ac:spMkLst>
        </pc:spChg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3364487213" sldId="261"/>
            <ac:spMk id="4" creationId="{4AC8E312-C435-34E0-2A94-3DDACA96AC2E}"/>
          </ac:spMkLst>
        </pc:spChg>
        <pc:picChg chg="mod ord">
          <ac:chgData name="Nick Hesemans" userId="S::r0938000@student.thomasmore.be::dc3e198f-21e6-46cb-9542-fb8e59220f7d" providerId="AD" clId="Web-{2D4C9AFC-4EE7-8423-CF69-62EF720D03E9}" dt="2026-03-13T16:54:22.684" v="3"/>
          <ac:picMkLst>
            <pc:docMk/>
            <pc:sldMk cId="3364487213" sldId="261"/>
            <ac:picMk id="5" creationId="{A3BFDC23-7DF1-D743-D0F6-2CFC7FB1E87E}"/>
          </ac:picMkLst>
        </pc:picChg>
      </pc:sldChg>
      <pc:sldChg chg="modSp mod modClrScheme chgLayout">
        <pc:chgData name="Nick Hesemans" userId="S::r0938000@student.thomasmore.be::dc3e198f-21e6-46cb-9542-fb8e59220f7d" providerId="AD" clId="Web-{2D4C9AFC-4EE7-8423-CF69-62EF720D03E9}" dt="2026-03-13T16:54:22.684" v="3"/>
        <pc:sldMkLst>
          <pc:docMk/>
          <pc:sldMk cId="3472693954" sldId="262"/>
        </pc:sldMkLst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3472693954" sldId="262"/>
            <ac:spMk id="2" creationId="{16780098-8B84-C961-3DB5-F3438BD4F871}"/>
          </ac:spMkLst>
        </pc:spChg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3472693954" sldId="262"/>
            <ac:spMk id="3" creationId="{62F40996-FC4A-9B29-AA7B-549C43B06F46}"/>
          </ac:spMkLst>
        </pc:spChg>
      </pc:sldChg>
      <pc:sldChg chg="modSp mod modClrScheme chgLayout">
        <pc:chgData name="Nick Hesemans" userId="S::r0938000@student.thomasmore.be::dc3e198f-21e6-46cb-9542-fb8e59220f7d" providerId="AD" clId="Web-{2D4C9AFC-4EE7-8423-CF69-62EF720D03E9}" dt="2026-03-13T16:54:22.684" v="3"/>
        <pc:sldMkLst>
          <pc:docMk/>
          <pc:sldMk cId="890195004" sldId="263"/>
        </pc:sldMkLst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890195004" sldId="263"/>
            <ac:spMk id="2" creationId="{5097B0AF-3E2F-EC3F-FF8A-A1C5ADF02DE2}"/>
          </ac:spMkLst>
        </pc:spChg>
        <pc:spChg chg="mod ord">
          <ac:chgData name="Nick Hesemans" userId="S::r0938000@student.thomasmore.be::dc3e198f-21e6-46cb-9542-fb8e59220f7d" providerId="AD" clId="Web-{2D4C9AFC-4EE7-8423-CF69-62EF720D03E9}" dt="2026-03-13T16:54:22.684" v="3"/>
          <ac:spMkLst>
            <pc:docMk/>
            <pc:sldMk cId="890195004" sldId="263"/>
            <ac:spMk id="3" creationId="{84C08135-96E1-A6BC-207A-1AC269143541}"/>
          </ac:spMkLst>
        </pc:spChg>
      </pc:sldChg>
      <pc:sldMasterChg chg="add del addSldLayout delSldLayout">
        <pc:chgData name="Nick Hesemans" userId="S::r0938000@student.thomasmore.be::dc3e198f-21e6-46cb-9542-fb8e59220f7d" providerId="AD" clId="Web-{2D4C9AFC-4EE7-8423-CF69-62EF720D03E9}" dt="2026-03-13T16:54:22.684" v="3"/>
        <pc:sldMasterMkLst>
          <pc:docMk/>
          <pc:sldMasterMk cId="2460954070" sldId="2147483660"/>
        </pc:sldMasterMkLst>
        <pc:sldLayoutChg chg="add del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2460954070" sldId="2147483660"/>
            <pc:sldLayoutMk cId="2385387890" sldId="2147483661"/>
          </pc:sldLayoutMkLst>
        </pc:sldLayoutChg>
        <pc:sldLayoutChg chg="add del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2460954070" sldId="2147483660"/>
            <pc:sldLayoutMk cId="949138452" sldId="2147483662"/>
          </pc:sldLayoutMkLst>
        </pc:sldLayoutChg>
        <pc:sldLayoutChg chg="add del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2460954070" sldId="2147483660"/>
            <pc:sldLayoutMk cId="2591524520" sldId="2147483663"/>
          </pc:sldLayoutMkLst>
        </pc:sldLayoutChg>
        <pc:sldLayoutChg chg="add del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2460954070" sldId="2147483660"/>
            <pc:sldLayoutMk cId="1203092039" sldId="2147483664"/>
          </pc:sldLayoutMkLst>
        </pc:sldLayoutChg>
        <pc:sldLayoutChg chg="add del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2460954070" sldId="2147483660"/>
            <pc:sldLayoutMk cId="3733172339" sldId="2147483665"/>
          </pc:sldLayoutMkLst>
        </pc:sldLayoutChg>
        <pc:sldLayoutChg chg="add del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2460954070" sldId="2147483660"/>
            <pc:sldLayoutMk cId="3210312558" sldId="2147483666"/>
          </pc:sldLayoutMkLst>
        </pc:sldLayoutChg>
        <pc:sldLayoutChg chg="add del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2460954070" sldId="2147483660"/>
            <pc:sldLayoutMk cId="3146388984" sldId="2147483667"/>
          </pc:sldLayoutMkLst>
        </pc:sldLayoutChg>
        <pc:sldLayoutChg chg="add del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2460954070" sldId="2147483660"/>
            <pc:sldLayoutMk cId="3171841454" sldId="2147483668"/>
          </pc:sldLayoutMkLst>
        </pc:sldLayoutChg>
        <pc:sldLayoutChg chg="add del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2460954070" sldId="2147483660"/>
            <pc:sldLayoutMk cId="1718958274" sldId="2147483669"/>
          </pc:sldLayoutMkLst>
        </pc:sldLayoutChg>
        <pc:sldLayoutChg chg="add del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2460954070" sldId="2147483660"/>
            <pc:sldLayoutMk cId="2202905451" sldId="2147483670"/>
          </pc:sldLayoutMkLst>
        </pc:sldLayoutChg>
        <pc:sldLayoutChg chg="add del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Nick Hesemans" userId="S::r0938000@student.thomasmore.be::dc3e198f-21e6-46cb-9542-fb8e59220f7d" providerId="AD" clId="Web-{2D4C9AFC-4EE7-8423-CF69-62EF720D03E9}" dt="2026-03-13T16:54:22.684" v="3"/>
        <pc:sldMasterMkLst>
          <pc:docMk/>
          <pc:sldMasterMk cId="4136742987" sldId="2147483672"/>
        </pc:sldMasterMkLst>
        <pc:sldLayoutChg chg="add del mod replId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4136742987" sldId="2147483672"/>
            <pc:sldLayoutMk cId="1323218388" sldId="2147483673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4136742987" sldId="2147483672"/>
            <pc:sldLayoutMk cId="3109725393" sldId="2147483674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4136742987" sldId="2147483672"/>
            <pc:sldLayoutMk cId="1508889784" sldId="2147483675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4136742987" sldId="2147483672"/>
            <pc:sldLayoutMk cId="2354013785" sldId="2147483676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4136742987" sldId="2147483672"/>
            <pc:sldLayoutMk cId="2259474871" sldId="2147483677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4136742987" sldId="2147483672"/>
            <pc:sldLayoutMk cId="1556108650" sldId="2147483678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4136742987" sldId="2147483672"/>
            <pc:sldLayoutMk cId="858418424" sldId="2147483679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4136742987" sldId="2147483672"/>
            <pc:sldLayoutMk cId="1975701659" sldId="2147483680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4136742987" sldId="2147483672"/>
            <pc:sldLayoutMk cId="3413878397" sldId="2147483681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4136742987" sldId="2147483672"/>
            <pc:sldLayoutMk cId="1844081987" sldId="2147483682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2.684" v="3"/>
          <pc:sldLayoutMkLst>
            <pc:docMk/>
            <pc:sldMasterMk cId="4136742987" sldId="2147483672"/>
            <pc:sldLayoutMk cId="858902216" sldId="2147483683"/>
          </pc:sldLayoutMkLst>
        </pc:sldLayoutChg>
      </pc:sldMasterChg>
      <pc:sldMasterChg chg="add del addSldLayout delSldLayout modSldLayout">
        <pc:chgData name="Nick Hesemans" userId="S::r0938000@student.thomasmore.be::dc3e198f-21e6-46cb-9542-fb8e59220f7d" providerId="AD" clId="Web-{2D4C9AFC-4EE7-8423-CF69-62EF720D03E9}" dt="2026-03-13T16:54:21.824" v="2"/>
        <pc:sldMasterMkLst>
          <pc:docMk/>
          <pc:sldMasterMk cId="330113199" sldId="2147483684"/>
        </pc:sldMasterMkLst>
        <pc:sldLayoutChg chg="add del mod replId">
          <pc:chgData name="Nick Hesemans" userId="S::r0938000@student.thomasmore.be::dc3e198f-21e6-46cb-9542-fb8e59220f7d" providerId="AD" clId="Web-{2D4C9AFC-4EE7-8423-CF69-62EF720D03E9}" dt="2026-03-13T16:54:21.824" v="2"/>
          <pc:sldLayoutMkLst>
            <pc:docMk/>
            <pc:sldMasterMk cId="330113199" sldId="2147483684"/>
            <pc:sldLayoutMk cId="3784990604" sldId="2147483685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1.824" v="2"/>
          <pc:sldLayoutMkLst>
            <pc:docMk/>
            <pc:sldMasterMk cId="330113199" sldId="2147483684"/>
            <pc:sldLayoutMk cId="1162228752" sldId="2147483686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1.824" v="2"/>
          <pc:sldLayoutMkLst>
            <pc:docMk/>
            <pc:sldMasterMk cId="330113199" sldId="2147483684"/>
            <pc:sldLayoutMk cId="591395838" sldId="2147483687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1.824" v="2"/>
          <pc:sldLayoutMkLst>
            <pc:docMk/>
            <pc:sldMasterMk cId="330113199" sldId="2147483684"/>
            <pc:sldLayoutMk cId="4018301343" sldId="2147483688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1.824" v="2"/>
          <pc:sldLayoutMkLst>
            <pc:docMk/>
            <pc:sldMasterMk cId="330113199" sldId="2147483684"/>
            <pc:sldLayoutMk cId="2599878032" sldId="2147483689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1.824" v="2"/>
          <pc:sldLayoutMkLst>
            <pc:docMk/>
            <pc:sldMasterMk cId="330113199" sldId="2147483684"/>
            <pc:sldLayoutMk cId="3814641192" sldId="2147483690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1.824" v="2"/>
          <pc:sldLayoutMkLst>
            <pc:docMk/>
            <pc:sldMasterMk cId="330113199" sldId="2147483684"/>
            <pc:sldLayoutMk cId="422694055" sldId="2147483691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1.824" v="2"/>
          <pc:sldLayoutMkLst>
            <pc:docMk/>
            <pc:sldMasterMk cId="330113199" sldId="2147483684"/>
            <pc:sldLayoutMk cId="517864821" sldId="2147483692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1.824" v="2"/>
          <pc:sldLayoutMkLst>
            <pc:docMk/>
            <pc:sldMasterMk cId="330113199" sldId="2147483684"/>
            <pc:sldLayoutMk cId="1406507184" sldId="2147483693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1.824" v="2"/>
          <pc:sldLayoutMkLst>
            <pc:docMk/>
            <pc:sldMasterMk cId="330113199" sldId="2147483684"/>
            <pc:sldLayoutMk cId="3962127782" sldId="2147483694"/>
          </pc:sldLayoutMkLst>
        </pc:sldLayoutChg>
        <pc:sldLayoutChg chg="add del mod replId">
          <pc:chgData name="Nick Hesemans" userId="S::r0938000@student.thomasmore.be::dc3e198f-21e6-46cb-9542-fb8e59220f7d" providerId="AD" clId="Web-{2D4C9AFC-4EE7-8423-CF69-62EF720D03E9}" dt="2026-03-13T16:54:21.824" v="2"/>
          <pc:sldLayoutMkLst>
            <pc:docMk/>
            <pc:sldMasterMk cId="330113199" sldId="2147483684"/>
            <pc:sldLayoutMk cId="928440951" sldId="2147483695"/>
          </pc:sldLayoutMkLst>
        </pc:sldLayoutChg>
      </pc:sldMasterChg>
    </pc:docChg>
  </pc:docChgLst>
  <pc:docChgLst>
    <pc:chgData name="Nick Hesemans" userId="S::r0938000@student.thomasmore.be::dc3e198f-21e6-46cb-9542-fb8e59220f7d" providerId="AD" clId="Web-{F2A0BA17-F891-E705-C5D8-54F94B56DC39}"/>
    <pc:docChg chg="addSld modSld">
      <pc:chgData name="Nick Hesemans" userId="S::r0938000@student.thomasmore.be::dc3e198f-21e6-46cb-9542-fb8e59220f7d" providerId="AD" clId="Web-{F2A0BA17-F891-E705-C5D8-54F94B56DC39}" dt="2026-03-13T15:56:58.399" v="193" actId="20577"/>
      <pc:docMkLst>
        <pc:docMk/>
      </pc:docMkLst>
      <pc:sldChg chg="modSp">
        <pc:chgData name="Nick Hesemans" userId="S::r0938000@student.thomasmore.be::dc3e198f-21e6-46cb-9542-fb8e59220f7d" providerId="AD" clId="Web-{F2A0BA17-F891-E705-C5D8-54F94B56DC39}" dt="2026-03-13T15:45:09.975" v="55" actId="20577"/>
        <pc:sldMkLst>
          <pc:docMk/>
          <pc:sldMk cId="3364487213" sldId="261"/>
        </pc:sldMkLst>
        <pc:spChg chg="mod">
          <ac:chgData name="Nick Hesemans" userId="S::r0938000@student.thomasmore.be::dc3e198f-21e6-46cb-9542-fb8e59220f7d" providerId="AD" clId="Web-{F2A0BA17-F891-E705-C5D8-54F94B56DC39}" dt="2026-03-13T15:45:09.975" v="55" actId="20577"/>
          <ac:spMkLst>
            <pc:docMk/>
            <pc:sldMk cId="3364487213" sldId="261"/>
            <ac:spMk id="4" creationId="{4AC8E312-C435-34E0-2A94-3DDACA96AC2E}"/>
          </ac:spMkLst>
        </pc:spChg>
      </pc:sldChg>
      <pc:sldChg chg="modSp new">
        <pc:chgData name="Nick Hesemans" userId="S::r0938000@student.thomasmore.be::dc3e198f-21e6-46cb-9542-fb8e59220f7d" providerId="AD" clId="Web-{F2A0BA17-F891-E705-C5D8-54F94B56DC39}" dt="2026-03-13T15:48:38.518" v="124" actId="20577"/>
        <pc:sldMkLst>
          <pc:docMk/>
          <pc:sldMk cId="3472693954" sldId="262"/>
        </pc:sldMkLst>
        <pc:spChg chg="mod">
          <ac:chgData name="Nick Hesemans" userId="S::r0938000@student.thomasmore.be::dc3e198f-21e6-46cb-9542-fb8e59220f7d" providerId="AD" clId="Web-{F2A0BA17-F891-E705-C5D8-54F94B56DC39}" dt="2026-03-13T15:45:31.741" v="60" actId="20577"/>
          <ac:spMkLst>
            <pc:docMk/>
            <pc:sldMk cId="3472693954" sldId="262"/>
            <ac:spMk id="2" creationId="{16780098-8B84-C961-3DB5-F3438BD4F871}"/>
          </ac:spMkLst>
        </pc:spChg>
        <pc:spChg chg="mod">
          <ac:chgData name="Nick Hesemans" userId="S::r0938000@student.thomasmore.be::dc3e198f-21e6-46cb-9542-fb8e59220f7d" providerId="AD" clId="Web-{F2A0BA17-F891-E705-C5D8-54F94B56DC39}" dt="2026-03-13T15:48:38.518" v="124" actId="20577"/>
          <ac:spMkLst>
            <pc:docMk/>
            <pc:sldMk cId="3472693954" sldId="262"/>
            <ac:spMk id="3" creationId="{62F40996-FC4A-9B29-AA7B-549C43B06F46}"/>
          </ac:spMkLst>
        </pc:spChg>
      </pc:sldChg>
      <pc:sldChg chg="modSp new">
        <pc:chgData name="Nick Hesemans" userId="S::r0938000@student.thomasmore.be::dc3e198f-21e6-46cb-9542-fb8e59220f7d" providerId="AD" clId="Web-{F2A0BA17-F891-E705-C5D8-54F94B56DC39}" dt="2026-03-13T15:56:58.399" v="193" actId="20577"/>
        <pc:sldMkLst>
          <pc:docMk/>
          <pc:sldMk cId="890195004" sldId="263"/>
        </pc:sldMkLst>
        <pc:spChg chg="mod">
          <ac:chgData name="Nick Hesemans" userId="S::r0938000@student.thomasmore.be::dc3e198f-21e6-46cb-9542-fb8e59220f7d" providerId="AD" clId="Web-{F2A0BA17-F891-E705-C5D8-54F94B56DC39}" dt="2026-03-13T15:50:17.556" v="144" actId="20577"/>
          <ac:spMkLst>
            <pc:docMk/>
            <pc:sldMk cId="890195004" sldId="263"/>
            <ac:spMk id="2" creationId="{5097B0AF-3E2F-EC3F-FF8A-A1C5ADF02DE2}"/>
          </ac:spMkLst>
        </pc:spChg>
        <pc:spChg chg="mod">
          <ac:chgData name="Nick Hesemans" userId="S::r0938000@student.thomasmore.be::dc3e198f-21e6-46cb-9542-fb8e59220f7d" providerId="AD" clId="Web-{F2A0BA17-F891-E705-C5D8-54F94B56DC39}" dt="2026-03-13T15:56:58.399" v="193" actId="20577"/>
          <ac:spMkLst>
            <pc:docMk/>
            <pc:sldMk cId="890195004" sldId="263"/>
            <ac:spMk id="3" creationId="{84C08135-96E1-A6BC-207A-1AC269143541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454401" y="985721"/>
            <a:ext cx="8151383" cy="2036067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4800">
                <a:solidFill>
                  <a:srgbClr val="D67F58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38133" y="4447033"/>
            <a:ext cx="8144267" cy="1425247"/>
          </a:xfrm>
        </p:spPr>
        <p:txBody>
          <a:bodyPr>
            <a:normAutofit/>
          </a:bodyPr>
          <a:lstStyle>
            <a:lvl1pPr marL="0" indent="0" algn="r">
              <a:buNone/>
              <a:defRPr sz="3733" b="0" i="0">
                <a:solidFill>
                  <a:schemeClr val="bg1"/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651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7640" y="374900"/>
            <a:ext cx="10994760" cy="1199787"/>
          </a:xfrm>
        </p:spPr>
        <p:txBody>
          <a:bodyPr>
            <a:normAutofit/>
          </a:bodyPr>
          <a:lstStyle>
            <a:lvl1pPr algn="r">
              <a:defRPr sz="4800" baseline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7640" y="2207360"/>
            <a:ext cx="10994760" cy="4121557"/>
          </a:xfrm>
        </p:spPr>
        <p:txBody>
          <a:bodyPr/>
          <a:lstStyle>
            <a:lvl1pPr algn="l">
              <a:defRPr sz="3733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7783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1902" y="614433"/>
            <a:ext cx="8561388" cy="1018033"/>
          </a:xfrm>
        </p:spPr>
        <p:txBody>
          <a:bodyPr>
            <a:normAutofit/>
          </a:bodyPr>
          <a:lstStyle>
            <a:lvl1pPr algn="l">
              <a:defRPr sz="4800">
                <a:solidFill>
                  <a:srgbClr val="D67F58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1901" y="1765000"/>
            <a:ext cx="8561388" cy="4458817"/>
          </a:xfrm>
        </p:spPr>
        <p:txBody>
          <a:bodyPr/>
          <a:lstStyle>
            <a:lvl1pPr>
              <a:defRPr sz="3733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95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644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2268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5839" y="457930"/>
            <a:ext cx="10769195" cy="1203813"/>
          </a:xfrm>
        </p:spPr>
        <p:txBody>
          <a:bodyPr>
            <a:normAutofit/>
          </a:bodyPr>
          <a:lstStyle>
            <a:lvl1pPr algn="r">
              <a:defRPr sz="4800" baseline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5839" y="2410965"/>
            <a:ext cx="5386917" cy="639763"/>
          </a:xfrm>
        </p:spPr>
        <p:txBody>
          <a:bodyPr anchor="b"/>
          <a:lstStyle>
            <a:lvl1pPr marL="0" indent="0" algn="ctr">
              <a:buNone/>
              <a:defRPr sz="3200" b="1">
                <a:solidFill>
                  <a:schemeClr val="tx1"/>
                </a:solidFill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5839" y="3040828"/>
            <a:ext cx="5386917" cy="3035059"/>
          </a:xfrm>
        </p:spPr>
        <p:txBody>
          <a:bodyPr/>
          <a:lstStyle>
            <a:lvl1pPr algn="ctr">
              <a:defRPr sz="3200">
                <a:solidFill>
                  <a:schemeClr val="tx1"/>
                </a:solidFill>
              </a:defRPr>
            </a:lvl1pPr>
            <a:lvl2pPr algn="ctr">
              <a:defRPr sz="2667">
                <a:solidFill>
                  <a:schemeClr val="tx1"/>
                </a:solidFill>
              </a:defRPr>
            </a:lvl2pPr>
            <a:lvl3pPr algn="ctr">
              <a:defRPr sz="2400">
                <a:solidFill>
                  <a:schemeClr val="tx1"/>
                </a:solidFill>
              </a:defRPr>
            </a:lvl3pPr>
            <a:lvl4pPr algn="ctr">
              <a:defRPr sz="2133">
                <a:solidFill>
                  <a:schemeClr val="tx1"/>
                </a:solidFill>
              </a:defRPr>
            </a:lvl4pPr>
            <a:lvl5pPr algn="ctr">
              <a:defRPr sz="2133">
                <a:solidFill>
                  <a:schemeClr val="tx1"/>
                </a:solidFill>
              </a:defRPr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1" y="2410965"/>
            <a:ext cx="5389033" cy="639763"/>
          </a:xfrm>
        </p:spPr>
        <p:txBody>
          <a:bodyPr anchor="b"/>
          <a:lstStyle>
            <a:lvl1pPr marL="0" indent="0" algn="ctr">
              <a:buNone/>
              <a:defRPr sz="3200" b="1">
                <a:solidFill>
                  <a:schemeClr val="tx1"/>
                </a:solidFill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96001" y="3040828"/>
            <a:ext cx="5389033" cy="3035059"/>
          </a:xfrm>
        </p:spPr>
        <p:txBody>
          <a:bodyPr/>
          <a:lstStyle>
            <a:lvl1pPr algn="ctr">
              <a:defRPr sz="3200">
                <a:solidFill>
                  <a:schemeClr val="tx1"/>
                </a:solidFill>
              </a:defRPr>
            </a:lvl1pPr>
            <a:lvl2pPr algn="ctr">
              <a:defRPr sz="2667">
                <a:solidFill>
                  <a:schemeClr val="tx1"/>
                </a:solidFill>
              </a:defRPr>
            </a:lvl2pPr>
            <a:lvl3pPr algn="ctr">
              <a:defRPr sz="2400">
                <a:solidFill>
                  <a:schemeClr val="tx1"/>
                </a:solidFill>
              </a:defRPr>
            </a:lvl3pPr>
            <a:lvl4pPr algn="ctr">
              <a:defRPr sz="2133">
                <a:solidFill>
                  <a:schemeClr val="tx1"/>
                </a:solidFill>
              </a:defRPr>
            </a:lvl4pPr>
            <a:lvl5pPr algn="ctr">
              <a:defRPr sz="2133">
                <a:solidFill>
                  <a:schemeClr val="tx1"/>
                </a:solidFill>
              </a:defRPr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3131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325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071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4736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418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4671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077967" y="3101618"/>
            <a:ext cx="1951712" cy="702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05691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/>
        </p:nvSpPr>
        <p:spPr>
          <a:xfrm>
            <a:off x="-12200" y="6951663"/>
            <a:ext cx="11186167" cy="66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67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867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2266952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5" y="497687"/>
            <a:ext cx="10769195" cy="1203813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600" dirty="0"/>
              <a:t>Mushrooms &amp; </a:t>
            </a:r>
            <a:r>
              <a:rPr lang="en-US" sz="3600" dirty="0" err="1"/>
              <a:t>Citybike</a:t>
            </a:r>
            <a:br>
              <a:rPr lang="en-US" sz="3600" dirty="0"/>
            </a:br>
            <a:r>
              <a:rPr lang="en-US" sz="3600" dirty="0"/>
              <a:t>AI + Cloud (Machine Learning )</a:t>
            </a:r>
          </a:p>
        </p:txBody>
      </p:sp>
      <p:sp>
        <p:nvSpPr>
          <p:cNvPr id="3" name="Subtitle 2"/>
          <p:cNvSpPr>
            <a:spLocks noGrp="1"/>
          </p:cNvSpPr>
          <p:nvPr>
            <p:ph sz="half" idx="2"/>
          </p:nvPr>
        </p:nvSpPr>
        <p:spPr>
          <a:xfrm>
            <a:off x="3122214" y="2741611"/>
            <a:ext cx="5389033" cy="30350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BE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By</a:t>
            </a:r>
            <a:br>
              <a:rPr lang="nl-BE" dirty="0"/>
            </a:br>
            <a:r>
              <a:rPr lang="nl-BE" dirty="0"/>
              <a:t>Dmitrij</a:t>
            </a:r>
            <a:br>
              <a:rPr lang="nl-BE" dirty="0"/>
            </a:br>
            <a:r>
              <a:rPr lang="nl-BE" dirty="0"/>
              <a:t>Kobe</a:t>
            </a:r>
            <a:br>
              <a:rPr lang="nl-BE" dirty="0"/>
            </a:br>
            <a:r>
              <a:rPr lang="nl-BE" dirty="0"/>
              <a:t>Brent</a:t>
            </a:r>
            <a:br>
              <a:rPr lang="nl-BE" dirty="0"/>
            </a:br>
            <a:r>
              <a:rPr lang="nl-BE" dirty="0" err="1"/>
              <a:t>Cisse</a:t>
            </a:r>
            <a:endParaRPr lang="en-US" dirty="0"/>
          </a:p>
        </p:txBody>
      </p:sp>
      <p:pic>
        <p:nvPicPr>
          <p:cNvPr id="4" name="Picture 3" descr="Art Morphing GIF">
            <a:extLst>
              <a:ext uri="{FF2B5EF4-FFF2-40B4-BE49-F238E27FC236}">
                <a16:creationId xmlns:a16="http://schemas.microsoft.com/office/drawing/2014/main" id="{242A69D7-3B29-1A37-F18C-A2A888744D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980" y="2350128"/>
            <a:ext cx="2612101" cy="391815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 descr="uvex urban ebike bicycling radfahren GIF">
            <a:extLst>
              <a:ext uri="{FF2B5EF4-FFF2-40B4-BE49-F238E27FC236}">
                <a16:creationId xmlns:a16="http://schemas.microsoft.com/office/drawing/2014/main" id="{017A5C04-33E7-6723-CC76-3DF6BB09B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449" y="3123530"/>
            <a:ext cx="2635112" cy="241753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2F3AF-D4DD-FB02-A1DB-2074886B4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Scrubbing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BA304-0EC7-08B5-A5B5-C044B44F6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8350" y="1784750"/>
            <a:ext cx="8561388" cy="445881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nl-BE" sz="3600" dirty="0"/>
              <a:t>(Negatieve getallen)</a:t>
            </a:r>
            <a:endParaRPr lang="en-US" sz="3600" dirty="0"/>
          </a:p>
          <a:p>
            <a:r>
              <a:rPr lang="en-US" sz="3600" dirty="0"/>
              <a:t>(Data </a:t>
            </a:r>
            <a:r>
              <a:rPr lang="en-US" sz="3600" dirty="0" err="1"/>
              <a:t>buiten</a:t>
            </a:r>
            <a:r>
              <a:rPr lang="en-US" sz="3600" dirty="0"/>
              <a:t> range)</a:t>
            </a:r>
          </a:p>
          <a:p>
            <a:r>
              <a:rPr lang="nl-BE" dirty="0"/>
              <a:t>(</a:t>
            </a:r>
            <a:r>
              <a:rPr lang="nl-BE" dirty="0" err="1"/>
              <a:t>Nulls</a:t>
            </a:r>
            <a:r>
              <a:rPr lang="nl-BE" dirty="0"/>
              <a:t> </a:t>
            </a:r>
            <a:r>
              <a:rPr lang="nl-BE" sz="3600" dirty="0"/>
              <a:t>verwijderen)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466345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B685E-3BA8-5751-B7E9-C380BFB2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 err="1"/>
              <a:t>Exploratie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4473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232D90-BB73-F988-53EA-67885A03E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3718" y="1810233"/>
            <a:ext cx="5157787" cy="823912"/>
          </a:xfrm>
        </p:spPr>
        <p:txBody>
          <a:bodyPr/>
          <a:lstStyle/>
          <a:p>
            <a:r>
              <a:rPr lang="en-US" b="0" dirty="0" err="1"/>
              <a:t>Excpectatie</a:t>
            </a:r>
            <a:endParaRPr lang="en-US" b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6C5187-FE56-C374-A860-E8332A3B45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50496" y="1810233"/>
            <a:ext cx="5183188" cy="823912"/>
          </a:xfrm>
        </p:spPr>
        <p:txBody>
          <a:bodyPr/>
          <a:lstStyle/>
          <a:p>
            <a:r>
              <a:rPr lang="en-US" b="0" dirty="0" err="1"/>
              <a:t>Realiteit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3932906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44414-1EB3-2507-53FF-4985EDFE9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C3950-B562-E999-D08D-D7ADCCC39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???</a:t>
            </a:r>
          </a:p>
        </p:txBody>
      </p:sp>
    </p:spTree>
    <p:extLst>
      <p:ext uri="{BB962C8B-B14F-4D97-AF65-F5344CB8AC3E}">
        <p14:creationId xmlns:p14="http://schemas.microsoft.com/office/powerpoint/2010/main" val="1280741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E98656D1-5165-5A8A-65FF-B26E69158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Engineering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E4B8FF-136C-3335-09AC-073C3CC3F377}"/>
              </a:ext>
            </a:extLst>
          </p:cNvPr>
          <p:cNvSpPr txBox="1"/>
          <p:nvPr/>
        </p:nvSpPr>
        <p:spPr>
          <a:xfrm>
            <a:off x="1363646" y="1948538"/>
            <a:ext cx="58521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Interaction feature: </a:t>
            </a:r>
          </a:p>
          <a:p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7BADCB-A1DB-55F8-D7C9-AE58E906ACDA}"/>
              </a:ext>
            </a:extLst>
          </p:cNvPr>
          <p:cNvSpPr txBox="1"/>
          <p:nvPr/>
        </p:nvSpPr>
        <p:spPr>
          <a:xfrm>
            <a:off x="5868119" y="5638230"/>
            <a:ext cx="56931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chemeClr val="bg1"/>
                </a:solidFill>
              </a:rPr>
              <a:t>Polynomiale</a:t>
            </a:r>
            <a:r>
              <a:rPr lang="en-US" sz="2400" dirty="0">
                <a:solidFill>
                  <a:schemeClr val="bg1"/>
                </a:solidFill>
              </a:rPr>
              <a:t> feature: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2B0A1B-53C9-76CF-E214-C019460EA13A}"/>
              </a:ext>
            </a:extLst>
          </p:cNvPr>
          <p:cNvSpPr txBox="1"/>
          <p:nvPr/>
        </p:nvSpPr>
        <p:spPr>
          <a:xfrm>
            <a:off x="3670851" y="2578563"/>
            <a:ext cx="7083287" cy="1871206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cxnSp>
        <p:nvCxnSpPr>
          <p:cNvPr id="3" name="Connector: Curved 2">
            <a:extLst>
              <a:ext uri="{FF2B5EF4-FFF2-40B4-BE49-F238E27FC236}">
                <a16:creationId xmlns:a16="http://schemas.microsoft.com/office/drawing/2014/main" id="{64ECAA03-B036-1686-7EDB-133DA1A320C2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8226701" y="4688926"/>
            <a:ext cx="1331843" cy="355873"/>
          </a:xfrm>
          <a:prstGeom prst="curvedConnector3">
            <a:avLst>
              <a:gd name="adj1" fmla="val 2736"/>
            </a:avLst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Connector: Curved 8">
            <a:extLst>
              <a:ext uri="{FF2B5EF4-FFF2-40B4-BE49-F238E27FC236}">
                <a16:creationId xmlns:a16="http://schemas.microsoft.com/office/drawing/2014/main" id="{5C0AEC93-25BE-0B02-E616-EF681A41CB46}"/>
              </a:ext>
            </a:extLst>
          </p:cNvPr>
          <p:cNvSpPr/>
          <p:nvPr/>
        </p:nvSpPr>
        <p:spPr>
          <a:xfrm rot="5400000" flipV="1">
            <a:off x="3209235" y="2293845"/>
            <a:ext cx="830997" cy="1165663"/>
          </a:xfrm>
          <a:prstGeom prst="curvedConnector2">
            <a:avLst/>
          </a:prstGeom>
          <a:solidFill>
            <a:srgbClr val="E71224">
              <a:alpha val="5000"/>
            </a:srgbClr>
          </a:solidFill>
          <a:ln w="57150">
            <a:solidFill>
              <a:srgbClr val="E71224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E7122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9552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DFA3B-F61C-6D47-1BE1-A0384C8A8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sz="4400" dirty="0"/>
              <a:t>Model </a:t>
            </a:r>
            <a:r>
              <a:rPr lang="en-US" sz="4400" dirty="0" err="1"/>
              <a:t>Klaarmaken</a:t>
            </a:r>
            <a:endParaRPr lang="en-US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8AD47-BC1C-318E-20B0-BF4FFFCC02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72995" y="3365011"/>
            <a:ext cx="6102756" cy="3035059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dirty="0"/>
              <a:t>(Label encoding)</a:t>
            </a:r>
          </a:p>
          <a:p>
            <a:pPr algn="l"/>
            <a:r>
              <a:rPr lang="en-US" dirty="0"/>
              <a:t>(Training + Validation)</a:t>
            </a:r>
          </a:p>
          <a:p>
            <a:pPr algn="l"/>
            <a:r>
              <a:rPr lang="en-US" dirty="0"/>
              <a:t>(Grid search)</a:t>
            </a:r>
          </a:p>
        </p:txBody>
      </p:sp>
      <p:pic>
        <p:nvPicPr>
          <p:cNvPr id="4" name="Picture 3" descr="forest GIF">
            <a:extLst>
              <a:ext uri="{FF2B5EF4-FFF2-40B4-BE49-F238E27FC236}">
                <a16:creationId xmlns:a16="http://schemas.microsoft.com/office/drawing/2014/main" id="{DCDD9573-DFF8-4615-BC0F-B2871BACBF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5751" y="2843385"/>
            <a:ext cx="4552589" cy="3035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747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7749A-DF52-0187-9463-296EFE672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BE" sz="4400" dirty="0" err="1"/>
              <a:t>Models</a:t>
            </a:r>
            <a:r>
              <a:rPr lang="nl-BE" sz="4400" dirty="0"/>
              <a:t> </a:t>
            </a:r>
            <a:r>
              <a:rPr lang="nl-BE" sz="4400" dirty="0" err="1"/>
              <a:t>Vergelijkinig</a:t>
            </a:r>
            <a:endParaRPr lang="en-US" sz="4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8E34A8-F030-5417-3CD3-038FEE09DFA5}"/>
              </a:ext>
            </a:extLst>
          </p:cNvPr>
          <p:cNvSpPr txBox="1"/>
          <p:nvPr/>
        </p:nvSpPr>
        <p:spPr>
          <a:xfrm>
            <a:off x="4022034" y="2849462"/>
            <a:ext cx="713629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BE" dirty="0"/>
          </a:p>
          <a:p>
            <a:r>
              <a:rPr lang="en-US" dirty="0"/>
              <a:t>MODEL VERGELIJKINGEN SCREENSHOT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KEUZE MODEL SCREENSHOT</a:t>
            </a:r>
          </a:p>
        </p:txBody>
      </p:sp>
    </p:spTree>
    <p:extLst>
      <p:ext uri="{BB962C8B-B14F-4D97-AF65-F5344CB8AC3E}">
        <p14:creationId xmlns:p14="http://schemas.microsoft.com/office/powerpoint/2010/main" val="40100308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F85FB-32E1-B61C-1960-18C545227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Roc Curve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36F047-1CAE-792E-155A-728465C5E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BE" dirty="0"/>
          </a:p>
          <a:p>
            <a:r>
              <a:rPr lang="en-US" dirty="0"/>
              <a:t>ROC CURVE SCREENSHOT</a:t>
            </a:r>
          </a:p>
        </p:txBody>
      </p:sp>
    </p:spTree>
    <p:extLst>
      <p:ext uri="{BB962C8B-B14F-4D97-AF65-F5344CB8AC3E}">
        <p14:creationId xmlns:p14="http://schemas.microsoft.com/office/powerpoint/2010/main" val="3019741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DC305-6D15-9074-C74B-959B11C31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724" y="456148"/>
            <a:ext cx="10994760" cy="1199787"/>
          </a:xfrm>
        </p:spPr>
        <p:txBody>
          <a:bodyPr>
            <a:normAutofit/>
          </a:bodyPr>
          <a:lstStyle/>
          <a:p>
            <a:r>
              <a:rPr lang="nl-BE" sz="4000" dirty="0" err="1"/>
              <a:t>Treshold</a:t>
            </a:r>
            <a:r>
              <a:rPr lang="nl-BE" sz="4000" dirty="0"/>
              <a:t> Verfijnen &amp; Debat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1FAEE-76F6-A239-7377-F34D5483D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1393" y="2188361"/>
            <a:ext cx="10994760" cy="960324"/>
          </a:xfrm>
        </p:spPr>
        <p:txBody>
          <a:bodyPr/>
          <a:lstStyle/>
          <a:p>
            <a:r>
              <a:rPr lang="nl-BE" sz="3200" dirty="0"/>
              <a:t>We hebben paar debatten gehad bij de keuze</a:t>
            </a:r>
          </a:p>
          <a:p>
            <a:endParaRPr lang="nl-BE" sz="3200" dirty="0"/>
          </a:p>
          <a:p>
            <a:endParaRPr lang="nl-BE" dirty="0"/>
          </a:p>
          <a:p>
            <a:pPr marL="0" indent="0">
              <a:buNone/>
            </a:pPr>
            <a:endParaRPr lang="nl-BE" dirty="0"/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AE3F44-9AB3-5862-23B1-B55B9AC304A5}"/>
              </a:ext>
            </a:extLst>
          </p:cNvPr>
          <p:cNvSpPr txBox="1"/>
          <p:nvPr/>
        </p:nvSpPr>
        <p:spPr>
          <a:xfrm>
            <a:off x="301393" y="3182478"/>
            <a:ext cx="646331" cy="23391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endParaRPr lang="nl-BE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nl-BE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nl-BE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nl-BE" sz="3200" dirty="0"/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7B51FD-0FCD-A413-2638-B136B4F8C7D0}"/>
              </a:ext>
            </a:extLst>
          </p:cNvPr>
          <p:cNvSpPr txBox="1"/>
          <p:nvPr/>
        </p:nvSpPr>
        <p:spPr>
          <a:xfrm>
            <a:off x="4293703" y="5318502"/>
            <a:ext cx="269298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3200" dirty="0">
                <a:highlight>
                  <a:srgbClr val="FF0000"/>
                </a:highlight>
              </a:rPr>
              <a:t>-&gt; </a:t>
            </a:r>
            <a:r>
              <a:rPr lang="nl-BE" sz="3200" dirty="0" err="1">
                <a:highlight>
                  <a:srgbClr val="FF0000"/>
                </a:highlight>
              </a:rPr>
              <a:t>Treshold</a:t>
            </a:r>
            <a:r>
              <a:rPr lang="nl-BE" sz="3200" dirty="0">
                <a:highlight>
                  <a:srgbClr val="FF0000"/>
                </a:highlight>
              </a:rPr>
              <a:t> ???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9E94FB-8CE0-1A29-7CC7-EF10C5FC2D11}"/>
              </a:ext>
            </a:extLst>
          </p:cNvPr>
          <p:cNvSpPr txBox="1"/>
          <p:nvPr/>
        </p:nvSpPr>
        <p:spPr>
          <a:xfrm>
            <a:off x="569102" y="4579838"/>
            <a:ext cx="344556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BE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CONFUSION MATRIX SCREENSHOT </a:t>
            </a:r>
            <a:br>
              <a:rPr lang="en-US" dirty="0"/>
            </a:br>
            <a:r>
              <a:rPr lang="en-US" dirty="0"/>
              <a:t>EETBAAR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0D557F-2A18-AF0F-1E1E-A115EF5EFC7E}"/>
              </a:ext>
            </a:extLst>
          </p:cNvPr>
          <p:cNvSpPr txBox="1"/>
          <p:nvPr/>
        </p:nvSpPr>
        <p:spPr>
          <a:xfrm>
            <a:off x="7544755" y="4522265"/>
            <a:ext cx="344556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BE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CONFUSION MATRIX SCREENSHOT </a:t>
            </a:r>
            <a:br>
              <a:rPr lang="en-US" dirty="0"/>
            </a:br>
            <a:r>
              <a:rPr lang="en-US" dirty="0"/>
              <a:t>VERGIFTIGD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D67F399-B4E0-D6A6-1230-87A8773E369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706"/>
          <a:stretch>
            <a:fillRect/>
          </a:stretch>
        </p:blipFill>
        <p:spPr>
          <a:xfrm>
            <a:off x="814341" y="2779311"/>
            <a:ext cx="2989893" cy="24447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9148F9-EEFA-5743-8918-A7F047C418C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71"/>
          <a:stretch>
            <a:fillRect/>
          </a:stretch>
        </p:blipFill>
        <p:spPr>
          <a:xfrm>
            <a:off x="7487479" y="2757740"/>
            <a:ext cx="3106111" cy="2503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173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501E7-51BF-7BCB-2EF4-5823731AA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840" y="343028"/>
            <a:ext cx="10994760" cy="1199787"/>
          </a:xfrm>
        </p:spPr>
        <p:txBody>
          <a:bodyPr>
            <a:normAutofit fontScale="90000"/>
          </a:bodyPr>
          <a:lstStyle/>
          <a:p>
            <a:r>
              <a:rPr lang="en-US" sz="4000" dirty="0" err="1">
                <a:effectLst/>
              </a:rPr>
              <a:t>Struikelblokken</a:t>
            </a:r>
            <a:r>
              <a:rPr lang="en-US" sz="4000" dirty="0">
                <a:effectLst/>
              </a:rPr>
              <a:t> </a:t>
            </a:r>
            <a:br>
              <a:rPr lang="en-US" sz="4000" dirty="0">
                <a:effectLst/>
              </a:rPr>
            </a:br>
            <a:r>
              <a:rPr lang="en-US" sz="4000" dirty="0" err="1">
                <a:effectLst/>
              </a:rPr>
              <a:t>tijdens</a:t>
            </a:r>
            <a:r>
              <a:rPr lang="en-US" sz="4000" dirty="0">
                <a:effectLst/>
              </a:rPr>
              <a:t> </a:t>
            </a:r>
            <a:r>
              <a:rPr lang="en-US" sz="4000" dirty="0" err="1">
                <a:effectLst/>
              </a:rPr>
              <a:t>modelleren</a:t>
            </a:r>
            <a:r>
              <a:rPr lang="en-US" sz="4000" dirty="0">
                <a:effectLst/>
              </a:rPr>
              <a:t>​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6A6AE3-71E9-7FDD-F20E-5487E0868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2169C-AD85-DC53-C418-A40E6C0ACC8C}"/>
              </a:ext>
            </a:extLst>
          </p:cNvPr>
          <p:cNvSpPr txBox="1"/>
          <p:nvPr/>
        </p:nvSpPr>
        <p:spPr>
          <a:xfrm>
            <a:off x="8891961" y="2664073"/>
            <a:ext cx="296743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0000"/>
                </a:highlight>
              </a:rPr>
              <a:t>Class Imbalance</a:t>
            </a:r>
          </a:p>
          <a:p>
            <a:endParaRPr lang="en-US" sz="2400" dirty="0"/>
          </a:p>
          <a:p>
            <a:r>
              <a:rPr lang="en-US" sz="2400" dirty="0"/>
              <a:t>-&gt; </a:t>
            </a:r>
            <a:r>
              <a:rPr lang="en-US" sz="2400" dirty="0">
                <a:highlight>
                  <a:srgbClr val="FF0000"/>
                </a:highlight>
              </a:rPr>
              <a:t>SMOTE</a:t>
            </a:r>
          </a:p>
          <a:p>
            <a:pPr marL="285750" indent="-285750">
              <a:buFont typeface="Symbol" panose="05050102010706020507" pitchFamily="18" charset="2"/>
              <a:buChar char="Þ"/>
            </a:pPr>
            <a:endParaRPr lang="en-US" dirty="0"/>
          </a:p>
          <a:p>
            <a:pPr marL="285750" indent="-285750">
              <a:buFont typeface="Symbol" panose="05050102010706020507" pitchFamily="18" charset="2"/>
              <a:buChar char="Þ"/>
            </a:pPr>
            <a:endParaRPr lang="en-US" dirty="0"/>
          </a:p>
          <a:p>
            <a:pPr marL="285750" indent="-285750">
              <a:buFont typeface="Symbol" panose="05050102010706020507" pitchFamily="18" charset="2"/>
              <a:buChar char="Þ"/>
            </a:pPr>
            <a:endParaRPr lang="en-US" dirty="0"/>
          </a:p>
          <a:p>
            <a:pPr marL="285750" indent="-285750">
              <a:buFont typeface="Symbol" panose="05050102010706020507" pitchFamily="18" charset="2"/>
              <a:buChar char="Þ"/>
            </a:pPr>
            <a:endParaRPr lang="en-US" dirty="0"/>
          </a:p>
        </p:txBody>
      </p:sp>
      <p:pic>
        <p:nvPicPr>
          <p:cNvPr id="1026" name="Picture 2" descr="Neural Network Pruning: How to Accelerate Inference with Minimal Accuracy  Loss | Practical ML">
            <a:extLst>
              <a:ext uri="{FF2B5EF4-FFF2-40B4-BE49-F238E27FC236}">
                <a16:creationId xmlns:a16="http://schemas.microsoft.com/office/drawing/2014/main" id="{92F7576C-D75F-6F56-0E4D-420F3A5DFA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410457">
            <a:off x="953692" y="2874152"/>
            <a:ext cx="4679659" cy="3119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809271C-BB44-DB37-E446-290D4BA2E921}"/>
              </a:ext>
            </a:extLst>
          </p:cNvPr>
          <p:cNvSpPr txBox="1"/>
          <p:nvPr/>
        </p:nvSpPr>
        <p:spPr>
          <a:xfrm>
            <a:off x="6269747" y="3993163"/>
            <a:ext cx="373711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Overfitting</a:t>
            </a:r>
          </a:p>
          <a:p>
            <a:endParaRPr lang="en-US" sz="2400" dirty="0"/>
          </a:p>
          <a:p>
            <a:r>
              <a:rPr lang="en-US" sz="2400" dirty="0"/>
              <a:t>-&gt; Pruning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976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theme/theme1.xml><?xml version="1.0" encoding="utf-8"?>
<a:theme xmlns:a="http://schemas.openxmlformats.org/drawingml/2006/main" name="161774-technology-template-16x9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184</TotalTime>
  <Words>111</Words>
  <Application>Microsoft Office PowerPoint</Application>
  <PresentationFormat>Widescreen</PresentationFormat>
  <Paragraphs>55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Symbol</vt:lpstr>
      <vt:lpstr>161774-technology-template-16x9</vt:lpstr>
      <vt:lpstr>Mushrooms &amp; Citybike AI + Cloud (Machine Learning )</vt:lpstr>
      <vt:lpstr>Scrubbing</vt:lpstr>
      <vt:lpstr>Exploratie</vt:lpstr>
      <vt:lpstr>PowerPoint Presentation</vt:lpstr>
      <vt:lpstr>???</vt:lpstr>
      <vt:lpstr>Feature Engineering</vt:lpstr>
      <vt:lpstr>Model Klaarmaken</vt:lpstr>
      <vt:lpstr>Models Vergelijkinig</vt:lpstr>
      <vt:lpstr>Roc Curve</vt:lpstr>
      <vt:lpstr>Treshold Verfijnen &amp; Debat</vt:lpstr>
      <vt:lpstr>Struikelblokken  tijdens modelleren​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Dmitrij Tchervonisjenko</cp:lastModifiedBy>
  <cp:revision>159</cp:revision>
  <dcterms:created xsi:type="dcterms:W3CDTF">2026-03-13T14:38:14Z</dcterms:created>
  <dcterms:modified xsi:type="dcterms:W3CDTF">2026-10-09T08:27:21Z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337be75-dfbb-4261-9834-ac247c7dde13_Enabled">
    <vt:lpwstr>true</vt:lpwstr>
  </property>
  <property fmtid="{D5CDD505-2E9C-101B-9397-08002B2CF9AE}" pid="3" name="MSIP_Label_c337be75-dfbb-4261-9834-ac247c7dde13_SetDate">
    <vt:lpwstr>2026-10-09T07:43:24Z</vt:lpwstr>
  </property>
  <property fmtid="{D5CDD505-2E9C-101B-9397-08002B2CF9AE}" pid="4" name="MSIP_Label_c337be75-dfbb-4261-9834-ac247c7dde13_Method">
    <vt:lpwstr>Standard</vt:lpwstr>
  </property>
  <property fmtid="{D5CDD505-2E9C-101B-9397-08002B2CF9AE}" pid="5" name="MSIP_Label_c337be75-dfbb-4261-9834-ac247c7dde13_Name">
    <vt:lpwstr>Algemeen</vt:lpwstr>
  </property>
  <property fmtid="{D5CDD505-2E9C-101B-9397-08002B2CF9AE}" pid="6" name="MSIP_Label_c337be75-dfbb-4261-9834-ac247c7dde13_SiteId">
    <vt:lpwstr>77d33cc5-c9b4-4766-95c7-ed5b515e1cce</vt:lpwstr>
  </property>
  <property fmtid="{D5CDD505-2E9C-101B-9397-08002B2CF9AE}" pid="7" name="MSIP_Label_c337be75-dfbb-4261-9834-ac247c7dde13_ActionId">
    <vt:lpwstr>734907a0-1d19-4c47-9910-c1282461533b</vt:lpwstr>
  </property>
  <property fmtid="{D5CDD505-2E9C-101B-9397-08002B2CF9AE}" pid="8" name="MSIP_Label_c337be75-dfbb-4261-9834-ac247c7dde13_ContentBits">
    <vt:lpwstr>0</vt:lpwstr>
  </property>
  <property fmtid="{D5CDD505-2E9C-101B-9397-08002B2CF9AE}" pid="9" name="MSIP_Label_c337be75-dfbb-4261-9834-ac247c7dde13_Tag">
    <vt:lpwstr>10, 3, 0, 1</vt:lpwstr>
  </property>
</Properties>
</file>